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tags+xml" PartName="/ppt/tags/tag1.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tags+xml" PartName="/ppt/tags/tag4.xml"/>
  <Override ContentType="application/vnd.openxmlformats-officedocument.presentationml.tags+xml" PartName="/ppt/tags/tag5.xml"/>
  <Override ContentType="application/vnd.openxmlformats-officedocument.presentationml.tags+xml" PartName="/ppt/tags/tag6.xml"/>
  <Override ContentType="application/vnd.openxmlformats-officedocument.presentationml.tags+xml" PartName="/ppt/tags/tag7.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Default ContentType="image/png" Extension="png"/>
  <Default ContentType="image/jpeg" Extension="jpeg"/>
  <Override ContentType="application/x-fontdata" PartName="/ppt/fonts/font1.fntdata"/>
  <Override ContentType="application/x-fontdata" PartName="/ppt/fonts/font2.fntdata"/>
  <Override ContentType="application/x-fontdata" PartName="/ppt/fonts/font3.fntdata"/>
  <Override ContentType="application/x-fontdata" PartName="/ppt/fonts/font4.fntdata"/>
  <Override ContentType="application/x-fontdata" PartName="/ppt/fonts/font5.fntdata"/>
  <Override ContentType="application/x-fontdata" PartName="/ppt/fonts/font6.fntdata"/>
  <Override ContentType="application/vnd.openxmlformats-officedocument.presentationml.tags+xml" PartName="/ppt/tags/tag8.xml"/>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jpeg" Type="http://schemas.openxmlformats.org/officeDocument/2006/relationships/image"/><Relationship Id="rId2" Target="/ppt/media/image2.png" Type="http://schemas.openxmlformats.org/officeDocument/2006/relationships/image"/><Relationship Id="rId3" Target="/ppt/media/image3.png" Type="http://schemas.openxmlformats.org/officeDocument/2006/relationships/image"/><Relationship Id="rId4" Target="/ppt/media/image4.png" Type="http://schemas.openxmlformats.org/officeDocument/2006/relationships/image"/><Relationship Id="rId5" Target="/ppt/media/image5.png" Type="http://schemas.openxmlformats.org/officeDocument/2006/relationships/image"/><Relationship Id="rId6" Target="/ppt/media/image6.png" Type="http://schemas.openxmlformats.org/officeDocument/2006/relationships/image"/><Relationship Id="rId7" Target="/ppt/media/image7.png" Type="http://schemas.openxmlformats.org/officeDocument/2006/relationships/image"/><Relationship Id="rId8" Target="/ppt/media/image8.png" Type="http://schemas.openxmlformats.org/officeDocument/2006/relationships/image"/><Relationship Id="rId9" Target="/ppt/media/image9.png" Type="http://schemas.openxmlformats.org/officeDocument/2006/relationships/image"/><Relationship Id="rId10" Target="/ppt/media/image10.png" Type="http://schemas.openxmlformats.org/officeDocument/2006/relationships/image"/><Relationship Id="rId11" Target="/ppt/media/image11.png" Type="http://schemas.openxmlformats.org/officeDocument/2006/relationships/image"/><Relationship Id="rId12" Target="/ppt/media/image12.png" Type="http://schemas.openxmlformats.org/officeDocument/2006/relationships/image"/><Relationship Id="rId13" Target="/ppt/media/image13.png" Type="http://schemas.openxmlformats.org/officeDocument/2006/relationships/image"/><Relationship Id="rId14" Target="/ppt/media/image14.png" Type="http://schemas.openxmlformats.org/officeDocument/2006/relationships/image"/><Relationship Id="rId15" Target="/ppt/media/image15.png" Type="http://schemas.openxmlformats.org/officeDocument/2006/relationships/image"/><Relationship Id="rId16" Target="ppt/media/img_cc_black.png" Type="http://schemas.openxmlformats.org/officeDocument/2006/relationships/image"/><Relationship Id="rId17" Target="ppt/presentation.xml" Type="http://schemas.openxmlformats.org/officeDocument/2006/relationships/officeDocument"/><Relationship Id="rId18" Target="docProps/core.xml" Type="http://schemas.openxmlformats.org/package/2006/relationships/metadata/core-properties"/><Relationship Id="rId19"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x="9144000" cy="5143500" type="screen16x9"/>
  <p:notesSz cx="9144000" cy="5143500"/>
  <p:embeddedFontLst>
    <p:embeddedFont>
      <p:font typeface="Inter"/>
      <p:bold r:id="rId35"/>
    </p:embeddedFont>
    <p:embeddedFont>
      <p:font typeface="Lato"/>
      <p:regular r:id="rId36"/>
    </p:embeddedFont>
    <p:embeddedFont>
      <p:font typeface="Averia Serif Libre"/>
      <p:regular r:id="rId38"/>
      <p:bold r:id="rId39"/>
    </p:embeddedFont>
    <p:embeddedFont>
      <p:font typeface="Averia Serif Libre-light"/>
      <p:regular r:id="rId37"/>
    </p:embeddedFont>
    <p:embeddedFont>
      <p:font typeface="Bree Serif"/>
      <p:regular r:id="rId40"/>
    </p:embeddedFont>
  </p:embeddedFontLst>
  <p:custDataLst>
    <p:tags r:id="rId41"/>
  </p:custDataLst>
  <p:defaultTextStyle>
    <a:defPPr>
      <a:defRPr lang="en-US"/>
    </a:defPPr>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slides/slide11.xml" Type="http://schemas.openxmlformats.org/officeDocument/2006/relationships/slide"/><Relationship Id="rId16" Target="slides/slide12.xml" Type="http://schemas.openxmlformats.org/officeDocument/2006/relationships/slide"/><Relationship Id="rId17" Target="slides/slide13.xml" Type="http://schemas.openxmlformats.org/officeDocument/2006/relationships/slide"/><Relationship Id="rId18" Target="slides/slide14.xml" Type="http://schemas.openxmlformats.org/officeDocument/2006/relationships/slide"/><Relationship Id="rId19" Target="slides/slide15.xml" Type="http://schemas.openxmlformats.org/officeDocument/2006/relationships/slide"/><Relationship Id="rId20" Target="slides/slide16.xml" Type="http://schemas.openxmlformats.org/officeDocument/2006/relationships/slide"/><Relationship Id="rId21" Target="slides/slide17.xml" Type="http://schemas.openxmlformats.org/officeDocument/2006/relationships/slide"/><Relationship Id="rId22" Target="slides/slide18.xml" Type="http://schemas.openxmlformats.org/officeDocument/2006/relationships/slide"/><Relationship Id="rId23" Target="slides/slide19.xml" Type="http://schemas.openxmlformats.org/officeDocument/2006/relationships/slide"/><Relationship Id="rId24" Target="slides/slide20.xml" Type="http://schemas.openxmlformats.org/officeDocument/2006/relationships/slide"/><Relationship Id="rId25" Target="slides/slide21.xml" Type="http://schemas.openxmlformats.org/officeDocument/2006/relationships/slide"/><Relationship Id="rId26" Target="slides/slide22.xml" Type="http://schemas.openxmlformats.org/officeDocument/2006/relationships/slide"/><Relationship Id="rId27" Target="slides/slide23.xml" Type="http://schemas.openxmlformats.org/officeDocument/2006/relationships/slide"/><Relationship Id="rId28" Target="slides/slide24.xml" Type="http://schemas.openxmlformats.org/officeDocument/2006/relationships/slide"/><Relationship Id="rId29" Target="slides/slide25.xml" Type="http://schemas.openxmlformats.org/officeDocument/2006/relationships/slide"/><Relationship Id="rId30" Target="slides/slide26.xml" Type="http://schemas.openxmlformats.org/officeDocument/2006/relationships/slide"/><Relationship Id="rId31" Target="slides/slide27.xml" Type="http://schemas.openxmlformats.org/officeDocument/2006/relationships/slide"/><Relationship Id="rId32" Target="slides/slide28.xml" Type="http://schemas.openxmlformats.org/officeDocument/2006/relationships/slide"/><Relationship Id="rId33" Target="slides/slide29.xml" Type="http://schemas.openxmlformats.org/officeDocument/2006/relationships/slide"/><Relationship Id="rId34" Target="tableStyles.xml" Type="http://schemas.openxmlformats.org/officeDocument/2006/relationships/tableStyles"/><Relationship Id="rId35" Target="fonts/font1.fntdata" Type="http://schemas.openxmlformats.org/officeDocument/2006/relationships/font"/><Relationship Id="rId36" Target="fonts/font2.fntdata" Type="http://schemas.openxmlformats.org/officeDocument/2006/relationships/font"/><Relationship Id="rId37" Target="fonts/font3.fntdata" Type="http://schemas.openxmlformats.org/officeDocument/2006/relationships/font"/><Relationship Id="rId38" Target="fonts/font4.fntdata" Type="http://schemas.openxmlformats.org/officeDocument/2006/relationships/font"/><Relationship Id="rId39" Target="fonts/font5.fntdata" Type="http://schemas.openxmlformats.org/officeDocument/2006/relationships/font"/><Relationship Id="rId40" Target="fonts/font6.fntdata" Type="http://schemas.openxmlformats.org/officeDocument/2006/relationships/font"/><Relationship Id="rId41" Target="tags/tag8.xml" Type="http://schemas.openxmlformats.org/officeDocument/2006/relationships/tags"/><Relationship Id="rId42" Target="presProps.xml" Type="http://schemas.openxmlformats.org/officeDocument/2006/relationships/presProps"/><Relationship Id="rId43"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2" Target="../tags/tag2.xml" Type="http://schemas.openxmlformats.org/officeDocument/2006/relationships/tag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2" Target="../tags/tag3.xml" Type="http://schemas.openxmlformats.org/officeDocument/2006/relationships/tag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title">
  <p:cSld name="Title Slide">
    <p:spTree>
      <p:nvGrpSpPr>
        <p:cNvPr id="1" name=""/>
        <p:cNvGrpSpPr/>
        <p:nvPr/>
      </p:nvGrpSpPr>
      <p:grpSpPr>
        <a:xfrm>
          <a:off x="0" y="0"/>
          <a:ext cx="0" cy="0"/>
          <a:chOff x="0" y="0"/>
          <a:chExt cx="0" cy="0"/>
        </a:xfrm>
      </p:grpSpPr>
      <p:grpSp>
        <p:nvGrpSpPr>
          <p:cNvPr id="2" name="Group Shape 18">
            <a:extLst>
              <a:ext uri="{FF07D947-329D-4225-BFF1-FCA757ACC522}">
                <a16:creationId xmlns:a16="http://schemas.microsoft.com/office/drawing/2010/main" id="{ECB0F6B2-2110-4D46-B482-D10E2C50A892}"/>
              </a:ext>
            </a:extLst>
          </p:cNvPr>
          <p:cNvGrpSpPr>
            <a:grpSpLocks noChangeAspect="true"/>
          </p:cNvGrpSpPr>
          <p:nvPr/>
        </p:nvGrpSpPr>
        <p:grpSpPr>
          <a:xfrm flipH="false" flipV="false" rot="0">
            <a:off x="819148" y="715443"/>
            <a:ext cx="1622353" cy="1399107"/>
            <a:chOff x="819148" y="715443"/>
            <a:chExt cx="1622353" cy="1399107"/>
          </a:xfrm>
        </p:grpSpPr>
        <p:sp>
          <p:nvSpPr>
            <p:cNvPr id="3" name="Path_27090A98D">
              <a:extLst>
                <a:ext uri="{7CA782BA-28B4-42D2-8841-F4D574847558}">
                  <a16:creationId xmlns:a16="http://schemas.microsoft.com/office/drawing/2010/main" id="{D73C785A-831C-4605-9E01-C7A5A89EF276}"/>
                </a:ext>
              </a:extLst>
            </p:cNvPr>
            <p:cNvSpPr/>
            <p:nvPr/>
          </p:nvSpPr>
          <p:spPr>
            <a:xfrm rot="0">
              <a:off x="1039101" y="1024947"/>
              <a:ext cx="944940" cy="1086397"/>
            </a:xfrm>
            <a:custGeom>
              <a:avLst/>
              <a:gdLst/>
              <a:ahLst/>
              <a:cxnLst/>
              <a:rect b="b" l="0" r="r" t="0"/>
              <a:pathLst>
                <a:path h="2182152" w="1898014">
                  <a:moveTo>
                    <a:pt x="15579" y="2178282"/>
                  </a:moveTo>
                  <a:cubicBezTo>
                    <a:pt x="8254" y="2184950"/>
                    <a:pt x="3816" y="2182730"/>
                    <a:pt x="1615" y="2173710"/>
                  </a:cubicBezTo>
                  <a:quadBezTo>
                    <a:pt x="1425" y="1840782"/>
                    <a:pt x="1358" y="1507855"/>
                  </a:quadBezTo>
                  <a:cubicBezTo>
                    <a:pt x="1358" y="1447619"/>
                    <a:pt x="-3319" y="1386554"/>
                    <a:pt x="4682" y="1327290"/>
                  </a:cubicBezTo>
                  <a:cubicBezTo>
                    <a:pt x="59365" y="921906"/>
                    <a:pt x="264134" y="617429"/>
                    <a:pt x="623026" y="417995"/>
                  </a:cubicBezTo>
                  <a:cubicBezTo>
                    <a:pt x="749328" y="347815"/>
                    <a:pt x="888355" y="316335"/>
                    <a:pt x="1026229" y="280397"/>
                  </a:cubicBezTo>
                  <a:cubicBezTo>
                    <a:pt x="1099353" y="261347"/>
                    <a:pt x="1174143" y="246964"/>
                    <a:pt x="1242913" y="213531"/>
                  </a:cubicBezTo>
                  <a:cubicBezTo>
                    <a:pt x="1250754" y="214463"/>
                    <a:pt x="1258684" y="214326"/>
                    <a:pt x="1266488" y="213122"/>
                  </a:cubicBezTo>
                  <a:cubicBezTo>
                    <a:pt x="1417935" y="167573"/>
                    <a:pt x="1567144" y="115224"/>
                    <a:pt x="1716258" y="62560"/>
                  </a:cubicBezTo>
                  <a:cubicBezTo>
                    <a:pt x="1776656" y="41234"/>
                    <a:pt x="1832368" y="6029"/>
                    <a:pt x="1898014" y="0"/>
                  </a:cubicBezTo>
                  <a:cubicBezTo>
                    <a:pt x="1880945" y="52892"/>
                    <a:pt x="1853047" y="100813"/>
                    <a:pt x="1829301" y="150666"/>
                  </a:cubicBezTo>
                  <a:cubicBezTo>
                    <a:pt x="1735733" y="344693"/>
                    <a:pt x="1627134" y="531107"/>
                    <a:pt x="1504500" y="708201"/>
                  </a:cubicBezTo>
                  <a:cubicBezTo>
                    <a:pt x="1360261" y="918705"/>
                    <a:pt x="1198203" y="1114920"/>
                    <a:pt x="1026182" y="1303344"/>
                  </a:cubicBezTo>
                  <a:cubicBezTo>
                    <a:pt x="823842" y="1524972"/>
                    <a:pt x="601986" y="1725225"/>
                    <a:pt x="369414" y="1914154"/>
                  </a:cubicBezTo>
                  <a:cubicBezTo>
                    <a:pt x="255114" y="2007032"/>
                    <a:pt x="135451" y="2092805"/>
                    <a:pt x="15598" y="2178282"/>
                  </a:cubicBezTo>
                </a:path>
              </a:pathLst>
            </a:custGeom>
            <a:solidFill>
              <a:schemeClr val="accent3"/>
            </a:solidFill>
          </p:spPr>
          <p:txBody>
            <a:bodyPr anchor="ctr" rtlCol="0">
              <a:noAutofit/>
            </a:bodyPr>
            <a:lstStyle/>
            <a:p>
              <a:pPr/>
              <a:r>
                <a:rPr dirty="0" lang="en-US"/>
                <a:t/>
              </a:r>
              <a:endParaRPr dirty="0" lang="en-US"/>
            </a:p>
          </p:txBody>
        </p:sp>
        <p:sp>
          <p:nvSpPr>
            <p:cNvPr id="4" name="Path_2709188D0">
              <a:extLst>
                <a:ext uri="{294E07BC-46BE-471B-845B-4EE2E71E1936}">
                  <a16:creationId xmlns:a16="http://schemas.microsoft.com/office/drawing/2010/main" id="{A97B0276-5A9F-4142-A6AF-48BA355600CE}"/>
                </a:ext>
              </a:extLst>
            </p:cNvPr>
            <p:cNvSpPr/>
            <p:nvPr/>
          </p:nvSpPr>
          <p:spPr>
            <a:xfrm rot="0">
              <a:off x="819148" y="715443"/>
              <a:ext cx="838750" cy="1392248"/>
            </a:xfrm>
            <a:custGeom>
              <a:avLst/>
              <a:gdLst/>
              <a:ahLst/>
              <a:cxnLst/>
              <a:rect b="b" l="0" r="r" t="0"/>
              <a:pathLst>
                <a:path h="2796487" w="1684720">
                  <a:moveTo>
                    <a:pt x="1684720" y="835186"/>
                  </a:moveTo>
                  <a:cubicBezTo>
                    <a:pt x="1615949" y="868629"/>
                    <a:pt x="1541149" y="882992"/>
                    <a:pt x="1468026" y="902061"/>
                  </a:cubicBezTo>
                  <a:cubicBezTo>
                    <a:pt x="1330152" y="937999"/>
                    <a:pt x="1191134" y="969479"/>
                    <a:pt x="1064823" y="1039659"/>
                  </a:cubicBezTo>
                  <a:cubicBezTo>
                    <a:pt x="705931" y="1239084"/>
                    <a:pt x="501162" y="1543532"/>
                    <a:pt x="446479" y="1948954"/>
                  </a:cubicBezTo>
                  <a:cubicBezTo>
                    <a:pt x="438488" y="2008219"/>
                    <a:pt x="443203" y="2069283"/>
                    <a:pt x="443165" y="2129520"/>
                  </a:cubicBezTo>
                  <a:quadBezTo>
                    <a:pt x="442907" y="2462447"/>
                    <a:pt x="443412" y="2795374"/>
                  </a:quadBezTo>
                  <a:cubicBezTo>
                    <a:pt x="423029" y="2801032"/>
                    <a:pt x="419028" y="2783868"/>
                    <a:pt x="413713" y="2771990"/>
                  </a:cubicBezTo>
                  <a:cubicBezTo>
                    <a:pt x="305090" y="2528884"/>
                    <a:pt x="173474" y="2296474"/>
                    <a:pt x="74061" y="2049348"/>
                  </a:cubicBezTo>
                  <a:cubicBezTo>
                    <a:pt x="-14350" y="1829549"/>
                    <a:pt x="-16074" y="1601968"/>
                    <a:pt x="29446" y="1371549"/>
                  </a:cubicBezTo>
                  <a:cubicBezTo>
                    <a:pt x="69537" y="1168495"/>
                    <a:pt x="169549" y="996645"/>
                    <a:pt x="303357" y="844073"/>
                  </a:cubicBezTo>
                  <a:cubicBezTo>
                    <a:pt x="375042" y="762320"/>
                    <a:pt x="466234" y="699550"/>
                    <a:pt x="547521" y="627141"/>
                  </a:cubicBezTo>
                  <a:cubicBezTo>
                    <a:pt x="703235" y="488495"/>
                    <a:pt x="858902" y="349773"/>
                    <a:pt x="1001596" y="196868"/>
                  </a:cubicBezTo>
                  <a:cubicBezTo>
                    <a:pt x="1058403" y="136004"/>
                    <a:pt x="1116420" y="76472"/>
                    <a:pt x="1169560" y="12274"/>
                  </a:cubicBezTo>
                  <a:cubicBezTo>
                    <a:pt x="1189163" y="-11405"/>
                    <a:pt x="1205555" y="3587"/>
                    <a:pt x="1218928" y="20294"/>
                  </a:cubicBezTo>
                  <a:cubicBezTo>
                    <a:pt x="1261019" y="72872"/>
                    <a:pt x="1305558" y="123869"/>
                    <a:pt x="1343287" y="179466"/>
                  </a:cubicBezTo>
                  <a:cubicBezTo>
                    <a:pt x="1407676" y="274316"/>
                    <a:pt x="1473922" y="368137"/>
                    <a:pt x="1530205" y="468274"/>
                  </a:cubicBezTo>
                  <a:cubicBezTo>
                    <a:pt x="1535727" y="482831"/>
                    <a:pt x="1545004" y="495668"/>
                    <a:pt x="1557094" y="505478"/>
                  </a:cubicBezTo>
                  <a:cubicBezTo>
                    <a:pt x="1556370" y="528996"/>
                    <a:pt x="1570429" y="547074"/>
                    <a:pt x="1579726" y="566886"/>
                  </a:cubicBezTo>
                  <a:cubicBezTo>
                    <a:pt x="1620683" y="653992"/>
                    <a:pt x="1662765" y="740651"/>
                    <a:pt x="1684720" y="835186"/>
                  </a:cubicBezTo>
                </a:path>
              </a:pathLst>
            </a:custGeom>
            <a:solidFill>
              <a:schemeClr val="accent1">
                <a:alpha val="84000"/>
              </a:schemeClr>
            </a:solidFill>
          </p:spPr>
          <p:txBody>
            <a:bodyPr anchor="ctr" rtlCol="0">
              <a:noAutofit/>
            </a:bodyPr>
            <a:lstStyle/>
            <a:p>
              <a:pPr/>
              <a:r>
                <a:rPr dirty="0" lang="en-US"/>
                <a:t/>
              </a:r>
              <a:endParaRPr dirty="0" lang="en-US"/>
            </a:p>
          </p:txBody>
        </p:sp>
        <p:sp>
          <p:nvSpPr>
            <p:cNvPr id="5" name="Path_270929DA8">
              <a:extLst>
                <a:ext uri="{C958EEA5-42B8-449C-AE58-58B320F3D9AB}">
                  <a16:creationId xmlns:a16="http://schemas.microsoft.com/office/drawing/2010/main" id="{308DFAEB-B6B0-4CB0-A189-DBDA6D8F352F}"/>
                </a:ext>
              </a:extLst>
            </p:cNvPr>
            <p:cNvSpPr/>
            <p:nvPr/>
          </p:nvSpPr>
          <p:spPr>
            <a:xfrm rot="0">
              <a:off x="1039339" y="1024937"/>
              <a:ext cx="989034" cy="1089613"/>
            </a:xfrm>
            <a:custGeom>
              <a:avLst/>
              <a:gdLst/>
              <a:ahLst/>
              <a:cxnLst/>
              <a:rect b="b" l="0" r="r" t="0"/>
              <a:pathLst>
                <a:path h="2188611" w="1986582">
                  <a:moveTo>
                    <a:pt x="19" y="2178291"/>
                  </a:moveTo>
                  <a:cubicBezTo>
                    <a:pt x="119872" y="2092814"/>
                    <a:pt x="239497" y="2007041"/>
                    <a:pt x="353835" y="1914163"/>
                  </a:cubicBezTo>
                  <a:cubicBezTo>
                    <a:pt x="586407" y="1725235"/>
                    <a:pt x="808263" y="1524981"/>
                    <a:pt x="1010603" y="1303353"/>
                  </a:cubicBezTo>
                  <a:cubicBezTo>
                    <a:pt x="1182624" y="1114930"/>
                    <a:pt x="1344682" y="918762"/>
                    <a:pt x="1488920" y="708212"/>
                  </a:cubicBezTo>
                  <a:cubicBezTo>
                    <a:pt x="1611555" y="531118"/>
                    <a:pt x="1720153" y="344705"/>
                    <a:pt x="1813722" y="150677"/>
                  </a:cubicBezTo>
                  <a:cubicBezTo>
                    <a:pt x="1837468" y="100822"/>
                    <a:pt x="1865366" y="52902"/>
                    <a:pt x="1882445" y="0"/>
                  </a:cubicBezTo>
                  <a:cubicBezTo>
                    <a:pt x="1911782" y="5334"/>
                    <a:pt x="1904352" y="32499"/>
                    <a:pt x="1907772" y="49311"/>
                  </a:cubicBezTo>
                  <a:cubicBezTo>
                    <a:pt x="1927774" y="148542"/>
                    <a:pt x="1947243" y="248031"/>
                    <a:pt x="1961912" y="348167"/>
                  </a:cubicBezTo>
                  <a:cubicBezTo>
                    <a:pt x="1996840" y="586559"/>
                    <a:pt x="1996421" y="824713"/>
                    <a:pt x="1949434" y="1061942"/>
                  </a:cubicBezTo>
                  <a:cubicBezTo>
                    <a:pt x="1910721" y="1253490"/>
                    <a:pt x="1834208" y="1435398"/>
                    <a:pt x="1724368" y="1597028"/>
                  </a:cubicBezTo>
                  <a:cubicBezTo>
                    <a:pt x="1712905" y="1604833"/>
                    <a:pt x="1706874" y="1618473"/>
                    <a:pt x="1708814" y="1632204"/>
                  </a:cubicBezTo>
                  <a:cubicBezTo>
                    <a:pt x="1660293" y="1661255"/>
                    <a:pt x="1630709" y="1709557"/>
                    <a:pt x="1592056" y="1748533"/>
                  </a:cubicBezTo>
                  <a:cubicBezTo>
                    <a:pt x="1364190" y="1978457"/>
                    <a:pt x="1080669" y="2092776"/>
                    <a:pt x="769477" y="2153536"/>
                  </a:cubicBezTo>
                  <a:cubicBezTo>
                    <a:pt x="524285" y="2201409"/>
                    <a:pt x="276616" y="2185197"/>
                    <a:pt x="29613" y="2188464"/>
                  </a:cubicBezTo>
                  <a:cubicBezTo>
                    <a:pt x="18745" y="2188607"/>
                    <a:pt x="6963" y="2190102"/>
                    <a:pt x="0" y="2178291"/>
                  </a:cubicBezTo>
                </a:path>
              </a:pathLst>
            </a:custGeom>
            <a:solidFill>
              <a:schemeClr val="accent3">
                <a:alpha val="97000"/>
                <a:lumMod val="75000"/>
              </a:schemeClr>
            </a:solidFill>
          </p:spPr>
          <p:txBody>
            <a:bodyPr anchor="ctr" rtlCol="0">
              <a:noAutofit/>
            </a:bodyPr>
            <a:lstStyle/>
            <a:p>
              <a:pPr/>
              <a:r>
                <a:rPr dirty="0" lang="en-US"/>
                <a:t/>
              </a:r>
              <a:endParaRPr dirty="0" lang="en-US"/>
            </a:p>
          </p:txBody>
        </p:sp>
        <p:sp>
          <p:nvSpPr>
            <p:cNvPr id="6" name="Path_27093F580">
              <a:extLst>
                <a:ext uri="{98A4EA28-306A-462E-8492-0DD230E8F924}">
                  <a16:creationId xmlns:a16="http://schemas.microsoft.com/office/drawing/2010/main" id="{5016AFD0-3587-49B4-9D4E-CCB58087313F}"/>
                </a:ext>
              </a:extLst>
            </p:cNvPr>
            <p:cNvSpPr/>
            <p:nvPr/>
          </p:nvSpPr>
          <p:spPr>
            <a:xfrm rot="0">
              <a:off x="1580991" y="822586"/>
              <a:ext cx="860510" cy="1021177"/>
            </a:xfrm>
            <a:custGeom>
              <a:avLst/>
              <a:gdLst/>
              <a:ahLst/>
              <a:cxnLst/>
              <a:rect b="b" l="0" r="r" t="0"/>
              <a:pathLst>
                <a:path h="2051148" w="1728428">
                  <a:moveTo>
                    <a:pt x="635946" y="2038651"/>
                  </a:moveTo>
                  <a:cubicBezTo>
                    <a:pt x="634011" y="2024916"/>
                    <a:pt x="640046" y="2011274"/>
                    <a:pt x="651510" y="2003466"/>
                  </a:cubicBezTo>
                  <a:cubicBezTo>
                    <a:pt x="734770" y="2010770"/>
                    <a:pt x="818653" y="2005747"/>
                    <a:pt x="900446" y="1988559"/>
                  </a:cubicBezTo>
                  <a:cubicBezTo>
                    <a:pt x="1174156" y="1934086"/>
                    <a:pt x="1385268" y="1785010"/>
                    <a:pt x="1531553" y="1554076"/>
                  </a:cubicBezTo>
                  <a:cubicBezTo>
                    <a:pt x="1710461" y="1271717"/>
                    <a:pt x="1742856" y="966298"/>
                    <a:pt x="1612335" y="654697"/>
                  </a:cubicBezTo>
                  <a:cubicBezTo>
                    <a:pt x="1454439" y="277735"/>
                    <a:pt x="1163098" y="75043"/>
                    <a:pt x="758619" y="42354"/>
                  </a:cubicBezTo>
                  <a:cubicBezTo>
                    <a:pt x="516112" y="22761"/>
                    <a:pt x="295542" y="93169"/>
                    <a:pt x="101584" y="243274"/>
                  </a:cubicBezTo>
                  <a:cubicBezTo>
                    <a:pt x="78724" y="260952"/>
                    <a:pt x="61408" y="290185"/>
                    <a:pt x="26889" y="290270"/>
                  </a:cubicBezTo>
                  <a:cubicBezTo>
                    <a:pt x="14799" y="280460"/>
                    <a:pt x="5522" y="267623"/>
                    <a:pt x="0" y="253066"/>
                  </a:cubicBezTo>
                  <a:cubicBezTo>
                    <a:pt x="40443" y="247541"/>
                    <a:pt x="65999" y="216871"/>
                    <a:pt x="96203" y="194782"/>
                  </a:cubicBezTo>
                  <a:cubicBezTo>
                    <a:pt x="257437" y="75555"/>
                    <a:pt x="451050" y="8050"/>
                    <a:pt x="651462" y="1187"/>
                  </a:cubicBezTo>
                  <a:cubicBezTo>
                    <a:pt x="904208" y="-10072"/>
                    <a:pt x="1129836" y="58689"/>
                    <a:pt x="1330528" y="211689"/>
                  </a:cubicBezTo>
                  <a:cubicBezTo>
                    <a:pt x="1555137" y="382958"/>
                    <a:pt x="1686354" y="612920"/>
                    <a:pt x="1719691" y="889002"/>
                  </a:cubicBezTo>
                  <a:cubicBezTo>
                    <a:pt x="1756667" y="1194755"/>
                    <a:pt x="1676829" y="1473028"/>
                    <a:pt x="1469593" y="1709105"/>
                  </a:cubicBezTo>
                  <a:cubicBezTo>
                    <a:pt x="1374096" y="1817871"/>
                    <a:pt x="1257948" y="1898062"/>
                    <a:pt x="1129360" y="1960184"/>
                  </a:cubicBezTo>
                  <a:cubicBezTo>
                    <a:pt x="983199" y="2030802"/>
                    <a:pt x="826742" y="2055996"/>
                    <a:pt x="665017" y="2050395"/>
                  </a:cubicBezTo>
                  <a:cubicBezTo>
                    <a:pt x="653872" y="2050005"/>
                    <a:pt x="642528" y="2050224"/>
                    <a:pt x="635908" y="2038660"/>
                  </a:cubicBezTo>
                </a:path>
              </a:pathLst>
            </a:custGeom>
            <a:solidFill>
              <a:schemeClr val="accent3"/>
            </a:solidFill>
          </p:spPr>
          <p:txBody>
            <a:bodyPr anchor="ctr" rtlCol="0">
              <a:noAutofit/>
            </a:bodyPr>
            <a:lstStyle/>
            <a:p>
              <a:pPr/>
              <a:r>
                <a:rPr dirty="0" lang="en-US"/>
                <a:t/>
              </a:r>
              <a:endParaRPr dirty="0" lang="en-US"/>
            </a:p>
          </p:txBody>
        </p:sp>
      </p:grpSp>
      <p:sp>
        <p:nvSpPr>
          <p:cNvPr id="7" name="Path_27094A4FF">
            <a:extLst>
              <a:ext uri="{AB9FBCF5-7EB2-439E-AA05-76B3F40F928E}">
                <a16:creationId xmlns:a16="http://schemas.microsoft.com/office/drawing/2010/main" id="{BEFAC417-1DC0-45E3-991A-BD039B22CFCB}"/>
              </a:ext>
            </a:extLst>
          </p:cNvPr>
          <p:cNvSpPr/>
          <p:nvPr/>
        </p:nvSpPr>
        <p:spPr>
          <a:xfrm rot="0">
            <a:off x="6797108" y="803824"/>
            <a:ext cx="338801" cy="333280"/>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8" name="Path_2709546C2">
            <a:extLst>
              <a:ext uri="{34FE57F7-B28C-4FC4-9E7B-27CEF1A79E9D}">
                <a16:creationId xmlns:a16="http://schemas.microsoft.com/office/drawing/2010/main" id="{0026EBED-B299-4167-AF21-87FD3C17657D}"/>
              </a:ext>
            </a:extLst>
          </p:cNvPr>
          <p:cNvSpPr/>
          <p:nvPr/>
        </p:nvSpPr>
        <p:spPr>
          <a:xfrm rot="0">
            <a:off x="6715125" y="714978"/>
            <a:ext cx="263434" cy="178697"/>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9" name="Path_27094A4FF">
            <a:extLst>
              <a:ext uri="{B5C0DF45-6B1B-4A9D-A3EF-0DD09FEB89BC}">
                <a16:creationId xmlns:a16="http://schemas.microsoft.com/office/drawing/2010/main" id="{359BD304-378F-4ED4-BEAF-00EE7890B60B}"/>
              </a:ext>
            </a:extLst>
          </p:cNvPr>
          <p:cNvSpPr/>
          <p:nvPr/>
        </p:nvSpPr>
        <p:spPr>
          <a:xfrm rot="0">
            <a:off x="7839562" y="2647722"/>
            <a:ext cx="213824" cy="210343"/>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0" name="Path_2709546C2">
            <a:extLst>
              <a:ext uri="{7F012A82-0A21-43EA-8F35-BDBA773DC063}">
                <a16:creationId xmlns:a16="http://schemas.microsoft.com/office/drawing/2010/main" id="{227C4D7E-29C3-4B50-9A44-8C1EA51F7F96}"/>
              </a:ext>
            </a:extLst>
          </p:cNvPr>
          <p:cNvSpPr/>
          <p:nvPr/>
        </p:nvSpPr>
        <p:spPr>
          <a:xfrm rot="0">
            <a:off x="7787821" y="2591649"/>
            <a:ext cx="166259" cy="112781"/>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1" name="Path_27096D8D5">
            <a:extLst>
              <a:ext uri="{843CB3D1-E2AE-4C2B-985E-BD3816DD3C1C}">
                <a16:creationId xmlns:a16="http://schemas.microsoft.com/office/drawing/2010/main" id="{8383450A-60B1-4BC4-BFD5-45D178059DBC}"/>
              </a:ext>
            </a:extLst>
          </p:cNvPr>
          <p:cNvSpPr/>
          <p:nvPr/>
        </p:nvSpPr>
        <p:spPr>
          <a:xfrm rot="0">
            <a:off x="0" y="3918791"/>
            <a:ext cx="9145699" cy="1140402"/>
          </a:xfrm>
          <a:custGeom>
            <a:avLst/>
            <a:gdLst/>
            <a:ahLst/>
            <a:cxnLst/>
            <a:rect b="b" l="0" r="r" t="0"/>
            <a:pathLst>
              <a:path h="2280166" w="18286254">
                <a:moveTo>
                  <a:pt x="18286228" y="2248857"/>
                </a:moveTo>
                <a:quadBezTo>
                  <a:pt x="18006498" y="2167619"/>
                  <a:pt x="17726720" y="2086504"/>
                </a:quadBezTo>
                <a:cubicBezTo>
                  <a:pt x="17608610" y="2052528"/>
                  <a:pt x="17488710" y="2024096"/>
                  <a:pt x="17372296" y="1985148"/>
                </a:cubicBezTo>
                <a:cubicBezTo>
                  <a:pt x="17280856" y="1954563"/>
                  <a:pt x="17187978" y="1929951"/>
                  <a:pt x="17095118" y="1905957"/>
                </a:cubicBezTo>
                <a:cubicBezTo>
                  <a:pt x="16895378" y="1854303"/>
                  <a:pt x="16696573" y="1799154"/>
                  <a:pt x="16494224" y="1756872"/>
                </a:cubicBezTo>
                <a:cubicBezTo>
                  <a:pt x="16378524" y="1732698"/>
                  <a:pt x="16263213" y="1703884"/>
                  <a:pt x="16147008" y="1682120"/>
                </a:cubicBezTo>
                <a:cubicBezTo>
                  <a:pt x="16018316" y="1658012"/>
                  <a:pt x="15889785" y="1632485"/>
                  <a:pt x="15759656" y="1614721"/>
                </a:cubicBezTo>
                <a:cubicBezTo>
                  <a:pt x="15644565" y="1599014"/>
                  <a:pt x="15530312" y="1574973"/>
                  <a:pt x="15414765" y="1561324"/>
                </a:cubicBezTo>
                <a:cubicBezTo>
                  <a:pt x="15286055" y="1546084"/>
                  <a:pt x="15156733" y="1536187"/>
                  <a:pt x="15027888" y="1522128"/>
                </a:cubicBezTo>
                <a:cubicBezTo>
                  <a:pt x="14934953" y="1511994"/>
                  <a:pt x="14841969" y="1505279"/>
                  <a:pt x="14748492" y="1503421"/>
                </a:cubicBezTo>
                <a:cubicBezTo>
                  <a:pt x="14613865" y="1500745"/>
                  <a:pt x="14479344" y="1487486"/>
                  <a:pt x="14344632" y="1494353"/>
                </a:cubicBezTo>
                <a:cubicBezTo>
                  <a:pt x="14131348" y="1505221"/>
                  <a:pt x="13917911" y="1503431"/>
                  <a:pt x="13704637" y="1527796"/>
                </a:cubicBezTo>
                <a:cubicBezTo>
                  <a:pt x="13479713" y="1553513"/>
                  <a:pt x="13255933" y="1584079"/>
                  <a:pt x="13034401" y="1628637"/>
                </a:cubicBezTo>
                <a:cubicBezTo>
                  <a:pt x="12887629" y="1658164"/>
                  <a:pt x="12741307" y="1691092"/>
                  <a:pt x="12595385" y="1725544"/>
                </a:cubicBezTo>
                <a:cubicBezTo>
                  <a:pt x="12452557" y="1759272"/>
                  <a:pt x="12309805" y="1793705"/>
                  <a:pt x="12166999" y="1827633"/>
                </a:cubicBezTo>
                <a:cubicBezTo>
                  <a:pt x="12031744" y="1859770"/>
                  <a:pt x="11897688" y="1896775"/>
                  <a:pt x="11762700" y="1930008"/>
                </a:cubicBezTo>
                <a:cubicBezTo>
                  <a:pt x="11646189" y="1958688"/>
                  <a:pt x="11528251" y="1981900"/>
                  <a:pt x="11412504" y="2013285"/>
                </a:cubicBezTo>
                <a:cubicBezTo>
                  <a:pt x="11275077" y="2050556"/>
                  <a:pt x="11136279" y="2082246"/>
                  <a:pt x="10996927" y="2109735"/>
                </a:cubicBezTo>
                <a:quadBezTo>
                  <a:pt x="10748325" y="2158770"/>
                  <a:pt x="10498113" y="2200937"/>
                </a:quadBezTo>
                <a:cubicBezTo>
                  <a:pt x="10296859" y="2234465"/>
                  <a:pt x="10094414" y="2249124"/>
                  <a:pt x="9891760" y="2266879"/>
                </a:cubicBezTo>
                <a:cubicBezTo>
                  <a:pt x="9715279" y="2282944"/>
                  <a:pt x="9537773" y="2284444"/>
                  <a:pt x="9361046" y="2271365"/>
                </a:cubicBezTo>
                <a:cubicBezTo>
                  <a:pt x="9161449" y="2255906"/>
                  <a:pt x="8961872" y="2235856"/>
                  <a:pt x="8764343" y="2195089"/>
                </a:cubicBezTo>
                <a:quadBezTo>
                  <a:pt x="8550717" y="2150988"/>
                  <a:pt x="8340414" y="2095448"/>
                </a:quadBezTo>
                <a:cubicBezTo>
                  <a:pt x="8141980" y="2043365"/>
                  <a:pt x="7947412" y="1977585"/>
                  <a:pt x="7753769" y="1909177"/>
                </a:cubicBezTo>
                <a:cubicBezTo>
                  <a:pt x="7455760" y="1803887"/>
                  <a:pt x="7163819" y="1683501"/>
                  <a:pt x="6872154" y="1562305"/>
                </a:cubicBezTo>
                <a:cubicBezTo>
                  <a:pt x="6647716" y="1469036"/>
                  <a:pt x="6425165" y="1371071"/>
                  <a:pt x="6199336" y="1281317"/>
                </a:cubicBezTo>
                <a:cubicBezTo>
                  <a:pt x="5933456" y="1175590"/>
                  <a:pt x="5668994" y="1066338"/>
                  <a:pt x="5397494" y="974612"/>
                </a:cubicBezTo>
                <a:cubicBezTo>
                  <a:pt x="5220814" y="914910"/>
                  <a:pt x="5044497" y="854245"/>
                  <a:pt x="4864198" y="807268"/>
                </a:cubicBezTo>
                <a:cubicBezTo>
                  <a:pt x="4754394" y="778693"/>
                  <a:pt x="4644114" y="751070"/>
                  <a:pt x="4532509" y="728010"/>
                </a:cubicBezTo>
                <a:cubicBezTo>
                  <a:pt x="4366707" y="693720"/>
                  <a:pt x="4200134" y="666783"/>
                  <a:pt x="4032808" y="643238"/>
                </a:cubicBezTo>
                <a:cubicBezTo>
                  <a:pt x="3959323" y="632884"/>
                  <a:pt x="3884952" y="623835"/>
                  <a:pt x="3811352" y="620301"/>
                </a:cubicBezTo>
                <a:cubicBezTo>
                  <a:pt x="3602641" y="610224"/>
                  <a:pt x="3393757" y="588002"/>
                  <a:pt x="3184588" y="600080"/>
                </a:cubicBezTo>
                <a:cubicBezTo>
                  <a:pt x="2993612" y="611062"/>
                  <a:pt x="2802417" y="615491"/>
                  <a:pt x="2611441" y="632198"/>
                </a:cubicBezTo>
                <a:cubicBezTo>
                  <a:pt x="2444410" y="646809"/>
                  <a:pt x="2279018" y="673641"/>
                  <a:pt x="2111893" y="686824"/>
                </a:cubicBezTo>
                <a:cubicBezTo>
                  <a:pt x="2003774" y="695397"/>
                  <a:pt x="1896980" y="721114"/>
                  <a:pt x="1789690" y="739612"/>
                </a:cubicBezTo>
                <a:cubicBezTo>
                  <a:pt x="1546393" y="781645"/>
                  <a:pt x="1305439" y="834862"/>
                  <a:pt x="1065619" y="893193"/>
                </a:cubicBezTo>
                <a:cubicBezTo>
                  <a:pt x="898474" y="933836"/>
                  <a:pt x="731777" y="976336"/>
                  <a:pt x="564890" y="1018046"/>
                </a:cubicBezTo>
                <a:quadBezTo>
                  <a:pt x="318707" y="1079578"/>
                  <a:pt x="72571" y="1141338"/>
                </a:quadBezTo>
                <a:cubicBezTo>
                  <a:pt x="48101" y="1147510"/>
                  <a:pt x="24174" y="1155883"/>
                  <a:pt x="0" y="1163246"/>
                </a:cubicBezTo>
                <a:lnTo>
                  <a:pt x="0" y="1125146"/>
                </a:lnTo>
                <a:cubicBezTo>
                  <a:pt x="77010" y="1122117"/>
                  <a:pt x="147466" y="1090665"/>
                  <a:pt x="221047" y="1073053"/>
                </a:cubicBezTo>
                <a:cubicBezTo>
                  <a:pt x="459286" y="1016037"/>
                  <a:pt x="696601" y="955153"/>
                  <a:pt x="934317" y="895945"/>
                </a:cubicBezTo>
                <a:cubicBezTo>
                  <a:pt x="958787" y="889849"/>
                  <a:pt x="983847" y="886058"/>
                  <a:pt x="1008136" y="879277"/>
                </a:cubicBezTo>
                <a:cubicBezTo>
                  <a:pt x="1031300" y="872800"/>
                  <a:pt x="1038339" y="863256"/>
                  <a:pt x="1019175" y="840072"/>
                </a:cubicBezTo>
                <a:cubicBezTo>
                  <a:pt x="985257" y="799048"/>
                  <a:pt x="954405" y="755299"/>
                  <a:pt x="924535" y="711170"/>
                </a:cubicBezTo>
                <a:cubicBezTo>
                  <a:pt x="860536" y="616558"/>
                  <a:pt x="876595" y="441498"/>
                  <a:pt x="954348" y="355887"/>
                </a:cubicBezTo>
                <a:cubicBezTo>
                  <a:pt x="1015984" y="287993"/>
                  <a:pt x="1091698" y="232863"/>
                  <a:pt x="1139076" y="151919"/>
                </a:cubicBezTo>
                <a:cubicBezTo>
                  <a:pt x="1147086" y="138251"/>
                  <a:pt x="1159935" y="128907"/>
                  <a:pt x="1171080" y="149681"/>
                </a:cubicBezTo>
                <a:cubicBezTo>
                  <a:pt x="1229744" y="259113"/>
                  <a:pt x="1275940" y="370413"/>
                  <a:pt x="1233135" y="498553"/>
                </a:cubicBezTo>
                <a:cubicBezTo>
                  <a:pt x="1206294" y="578925"/>
                  <a:pt x="1138466" y="627960"/>
                  <a:pt x="1089365" y="691091"/>
                </a:cubicBezTo>
                <a:cubicBezTo>
                  <a:pt x="1075239" y="709246"/>
                  <a:pt x="1063190" y="748060"/>
                  <a:pt x="1031758" y="736402"/>
                </a:cubicBezTo>
                <a:cubicBezTo>
                  <a:pt x="1003935" y="726086"/>
                  <a:pt x="1012612" y="689577"/>
                  <a:pt x="1005811" y="664193"/>
                </a:cubicBezTo>
                <a:cubicBezTo>
                  <a:pt x="994143" y="620711"/>
                  <a:pt x="1019385" y="582382"/>
                  <a:pt x="1023976" y="536396"/>
                </a:cubicBezTo>
                <a:cubicBezTo>
                  <a:pt x="948357" y="624292"/>
                  <a:pt x="974379" y="799743"/>
                  <a:pt x="1065981" y="852550"/>
                </a:cubicBezTo>
                <a:cubicBezTo>
                  <a:pt x="1079964" y="860608"/>
                  <a:pt x="1092775" y="857893"/>
                  <a:pt x="1107024" y="854455"/>
                </a:cubicBezTo>
                <a:cubicBezTo>
                  <a:pt x="1388488" y="786427"/>
                  <a:pt x="1672104" y="728267"/>
                  <a:pt x="1958026" y="683100"/>
                </a:cubicBezTo>
                <a:cubicBezTo>
                  <a:pt x="2156270" y="651782"/>
                  <a:pt x="2355809" y="629245"/>
                  <a:pt x="2555777" y="609291"/>
                </a:cubicBezTo>
                <a:cubicBezTo>
                  <a:pt x="2861849" y="579657"/>
                  <a:pt x="3169425" y="568425"/>
                  <a:pt x="3476845" y="575659"/>
                </a:cubicBezTo>
                <a:cubicBezTo>
                  <a:pt x="3633302" y="578858"/>
                  <a:pt x="3789207" y="596937"/>
                  <a:pt x="3945303" y="608395"/>
                </a:cubicBezTo>
                <a:cubicBezTo>
                  <a:pt x="4133898" y="622245"/>
                  <a:pt x="4318683" y="657535"/>
                  <a:pt x="4503335" y="691520"/>
                </a:cubicBezTo>
                <a:cubicBezTo>
                  <a:pt x="4668660" y="721943"/>
                  <a:pt x="4831109" y="767996"/>
                  <a:pt x="4993120" y="815212"/>
                </a:cubicBezTo>
                <a:cubicBezTo>
                  <a:pt x="5147473" y="860198"/>
                  <a:pt x="5298825" y="913081"/>
                  <a:pt x="5450806" y="964478"/>
                </a:cubicBezTo>
                <a:cubicBezTo>
                  <a:pt x="5563201" y="1002473"/>
                  <a:pt x="5674568" y="1043535"/>
                  <a:pt x="5785028" y="1086722"/>
                </a:cubicBezTo>
                <a:cubicBezTo>
                  <a:pt x="5987730" y="1165960"/>
                  <a:pt x="6189594" y="1247361"/>
                  <a:pt x="6391352" y="1328981"/>
                </a:cubicBezTo>
                <a:cubicBezTo>
                  <a:pt x="6420080" y="1340601"/>
                  <a:pt x="6451170" y="1374443"/>
                  <a:pt x="6476439" y="1358384"/>
                </a:cubicBezTo>
                <a:cubicBezTo>
                  <a:pt x="6505223" y="1340087"/>
                  <a:pt x="6478887" y="1300006"/>
                  <a:pt x="6476972" y="1269802"/>
                </a:cubicBezTo>
                <a:cubicBezTo>
                  <a:pt x="6467016" y="1120109"/>
                  <a:pt x="6498712" y="970584"/>
                  <a:pt x="6568546" y="837805"/>
                </a:cubicBezTo>
                <a:cubicBezTo>
                  <a:pt x="6628744" y="721762"/>
                  <a:pt x="6732557" y="662126"/>
                  <a:pt x="6859058" y="637666"/>
                </a:cubicBezTo>
                <a:cubicBezTo>
                  <a:pt x="6977082" y="614806"/>
                  <a:pt x="7098850" y="616530"/>
                  <a:pt x="7215055" y="581735"/>
                </a:cubicBezTo>
                <a:cubicBezTo>
                  <a:pt x="7242585" y="574317"/>
                  <a:pt x="7269369" y="564369"/>
                  <a:pt x="7295066" y="552017"/>
                </a:cubicBezTo>
                <a:cubicBezTo>
                  <a:pt x="7315068" y="541768"/>
                  <a:pt x="7328212" y="548273"/>
                  <a:pt x="7322802" y="570905"/>
                </a:cubicBezTo>
                <a:cubicBezTo>
                  <a:pt x="7284559" y="730925"/>
                  <a:pt x="7256366" y="895041"/>
                  <a:pt x="7126959" y="1015608"/>
                </a:cubicBezTo>
                <a:cubicBezTo>
                  <a:pt x="7053922" y="1084877"/>
                  <a:pt x="6959662" y="1127496"/>
                  <a:pt x="6859411" y="1136576"/>
                </a:cubicBezTo>
                <a:cubicBezTo>
                  <a:pt x="6788650" y="1143872"/>
                  <a:pt x="6717974" y="1153159"/>
                  <a:pt x="6649547" y="1174285"/>
                </a:cubicBezTo>
                <a:cubicBezTo>
                  <a:pt x="6631811" y="1179762"/>
                  <a:pt x="6610980" y="1193145"/>
                  <a:pt x="6596207" y="1176571"/>
                </a:cubicBezTo>
                <a:cubicBezTo>
                  <a:pt x="6580129" y="1158521"/>
                  <a:pt x="6587168" y="1133775"/>
                  <a:pt x="6596340" y="1113535"/>
                </a:cubicBezTo>
                <a:cubicBezTo>
                  <a:pt x="6635107" y="1027971"/>
                  <a:pt x="6699353" y="966992"/>
                  <a:pt x="6781630" y="923130"/>
                </a:cubicBezTo>
                <a:cubicBezTo>
                  <a:pt x="6804195" y="911100"/>
                  <a:pt x="6832494" y="907842"/>
                  <a:pt x="6853200" y="882172"/>
                </a:cubicBezTo>
                <a:cubicBezTo>
                  <a:pt x="6577509" y="935236"/>
                  <a:pt x="6480650" y="1127584"/>
                  <a:pt x="6523140" y="1369652"/>
                </a:cubicBezTo>
                <a:cubicBezTo>
                  <a:pt x="6527779" y="1396103"/>
                  <a:pt x="6548639" y="1400523"/>
                  <a:pt x="6566584" y="1408067"/>
                </a:cubicBezTo>
                <a:cubicBezTo>
                  <a:pt x="6731262" y="1477295"/>
                  <a:pt x="6895596" y="1547399"/>
                  <a:pt x="7061369" y="1613931"/>
                </a:cubicBezTo>
                <a:cubicBezTo>
                  <a:pt x="7318924" y="1717362"/>
                  <a:pt x="7576662" y="1820832"/>
                  <a:pt x="7839075" y="1911577"/>
                </a:cubicBezTo>
                <a:quadBezTo>
                  <a:pt x="8094164" y="1999807"/>
                  <a:pt x="8354454" y="2072693"/>
                </a:quadBezTo>
                <a:cubicBezTo>
                  <a:pt x="8407127" y="2087504"/>
                  <a:pt x="8465353" y="2094600"/>
                  <a:pt x="8518074" y="2107078"/>
                </a:cubicBezTo>
                <a:cubicBezTo>
                  <a:pt x="8582701" y="2122365"/>
                  <a:pt x="8647614" y="2145540"/>
                  <a:pt x="8713823" y="2158075"/>
                </a:cubicBezTo>
                <a:cubicBezTo>
                  <a:pt x="8836485" y="2181306"/>
                  <a:pt x="8959711" y="2202709"/>
                  <a:pt x="9083497" y="2218692"/>
                </a:cubicBezTo>
                <a:cubicBezTo>
                  <a:pt x="9307009" y="2246878"/>
                  <a:pt x="9532446" y="2256815"/>
                  <a:pt x="9757572" y="2248401"/>
                </a:cubicBezTo>
                <a:cubicBezTo>
                  <a:pt x="9858813" y="2244952"/>
                  <a:pt x="9960140" y="2239256"/>
                  <a:pt x="10060952" y="2229579"/>
                </a:cubicBezTo>
                <a:cubicBezTo>
                  <a:pt x="10273560" y="2209176"/>
                  <a:pt x="10485767" y="2182907"/>
                  <a:pt x="10695317" y="2142035"/>
                </a:cubicBezTo>
                <a:cubicBezTo>
                  <a:pt x="10820428" y="2117641"/>
                  <a:pt x="10946015" y="2094572"/>
                  <a:pt x="11070459" y="2066397"/>
                </a:cubicBezTo>
                <a:cubicBezTo>
                  <a:pt x="11150708" y="2048223"/>
                  <a:pt x="11231203" y="2031069"/>
                  <a:pt x="11311127" y="2011571"/>
                </a:cubicBezTo>
                <a:cubicBezTo>
                  <a:pt x="11503447" y="1964679"/>
                  <a:pt x="11695460" y="1916588"/>
                  <a:pt x="11887647" y="1869153"/>
                </a:cubicBezTo>
                <a:cubicBezTo>
                  <a:pt x="12126419" y="1810203"/>
                  <a:pt x="12364705" y="1749138"/>
                  <a:pt x="12604164" y="1693169"/>
                </a:cubicBezTo>
                <a:cubicBezTo>
                  <a:pt x="12884465" y="1627609"/>
                  <a:pt x="13166396" y="1567687"/>
                  <a:pt x="13451747" y="1530092"/>
                </a:cubicBezTo>
                <a:cubicBezTo>
                  <a:pt x="13649095" y="1504089"/>
                  <a:pt x="13847215" y="1481695"/>
                  <a:pt x="14047220" y="1475209"/>
                </a:cubicBezTo>
                <a:cubicBezTo>
                  <a:pt x="14212156" y="1469865"/>
                  <a:pt x="14377005" y="1466179"/>
                  <a:pt x="14541701" y="1469770"/>
                </a:cubicBezTo>
                <a:quadBezTo>
                  <a:pt x="14921348" y="1478038"/>
                  <a:pt x="15298995" y="1522510"/>
                </a:quadBezTo>
                <a:cubicBezTo>
                  <a:pt x="15553771" y="1552123"/>
                  <a:pt x="15806097" y="1594376"/>
                  <a:pt x="16058661" y="1637534"/>
                </a:cubicBezTo>
                <a:cubicBezTo>
                  <a:pt x="16306312" y="1679863"/>
                  <a:pt x="16550247" y="1738013"/>
                  <a:pt x="16793838" y="1797059"/>
                </a:cubicBezTo>
                <a:cubicBezTo>
                  <a:pt x="16803706" y="1787124"/>
                  <a:pt x="16796010" y="1778104"/>
                  <a:pt x="16792678" y="1770389"/>
                </a:cubicBezTo>
                <a:cubicBezTo>
                  <a:pt x="16686112" y="1523948"/>
                  <a:pt x="16649803" y="1265649"/>
                  <a:pt x="16667252" y="999568"/>
                </a:cubicBezTo>
                <a:cubicBezTo>
                  <a:pt x="16687255" y="694092"/>
                  <a:pt x="16842008" y="482913"/>
                  <a:pt x="17120642" y="357126"/>
                </a:cubicBezTo>
                <a:cubicBezTo>
                  <a:pt x="17262346" y="293147"/>
                  <a:pt x="17409764" y="243607"/>
                  <a:pt x="17550972" y="179009"/>
                </a:cubicBezTo>
                <a:cubicBezTo>
                  <a:pt x="17635290" y="142099"/>
                  <a:pt x="17714422" y="94323"/>
                  <a:pt x="17786354" y="36896"/>
                </a:cubicBezTo>
                <a:cubicBezTo>
                  <a:pt x="17794926" y="29857"/>
                  <a:pt x="17803890" y="23351"/>
                  <a:pt x="17812718" y="16674"/>
                </a:cubicBezTo>
                <a:cubicBezTo>
                  <a:pt x="17825358" y="7092"/>
                  <a:pt x="17838056" y="-5043"/>
                  <a:pt x="17855372" y="2206"/>
                </a:cubicBezTo>
                <a:cubicBezTo>
                  <a:pt x="17874802" y="10330"/>
                  <a:pt x="17868486" y="29180"/>
                  <a:pt x="17868516" y="44030"/>
                </a:cubicBezTo>
                <a:cubicBezTo>
                  <a:pt x="17868764" y="190029"/>
                  <a:pt x="17878994" y="336981"/>
                  <a:pt x="17865974" y="481827"/>
                </a:cubicBezTo>
                <a:cubicBezTo>
                  <a:pt x="17841866" y="749718"/>
                  <a:pt x="17738748" y="979432"/>
                  <a:pt x="17506538" y="1137147"/>
                </a:cubicBezTo>
                <a:cubicBezTo>
                  <a:pt x="17398906" y="1210252"/>
                  <a:pt x="17274890" y="1246456"/>
                  <a:pt x="17159380" y="1301616"/>
                </a:cubicBezTo>
                <a:cubicBezTo>
                  <a:pt x="17086324" y="1336496"/>
                  <a:pt x="17012278" y="1368710"/>
                  <a:pt x="16946020" y="1416020"/>
                </a:cubicBezTo>
                <a:cubicBezTo>
                  <a:pt x="16930894" y="1426822"/>
                  <a:pt x="16915722" y="1443033"/>
                  <a:pt x="16894986" y="1432213"/>
                </a:cubicBezTo>
                <a:cubicBezTo>
                  <a:pt x="16873220" y="1420878"/>
                  <a:pt x="16867418" y="1400037"/>
                  <a:pt x="16866324" y="1376015"/>
                </a:cubicBezTo>
                <a:cubicBezTo>
                  <a:pt x="16859658" y="1230283"/>
                  <a:pt x="16918216" y="1108258"/>
                  <a:pt x="17001846" y="994587"/>
                </a:cubicBezTo>
                <a:cubicBezTo>
                  <a:pt x="17048586" y="931065"/>
                  <a:pt x="17113822" y="887754"/>
                  <a:pt x="17170544" y="835129"/>
                </a:cubicBezTo>
                <a:cubicBezTo>
                  <a:pt x="17181022" y="825356"/>
                  <a:pt x="17197690" y="817870"/>
                  <a:pt x="17195308" y="798067"/>
                </a:cubicBezTo>
                <a:cubicBezTo>
                  <a:pt x="16952716" y="916739"/>
                  <a:pt x="16788230" y="1102124"/>
                  <a:pt x="16772047" y="1369643"/>
                </a:cubicBezTo>
                <a:cubicBezTo>
                  <a:pt x="16762655" y="1525025"/>
                  <a:pt x="16804030" y="1666633"/>
                  <a:pt x="16868696" y="1804307"/>
                </a:cubicBezTo>
                <a:cubicBezTo>
                  <a:pt x="16873970" y="1814109"/>
                  <a:pt x="16883686" y="1820730"/>
                  <a:pt x="16894738" y="1822052"/>
                </a:cubicBezTo>
                <a:cubicBezTo>
                  <a:pt x="17059662" y="1866772"/>
                  <a:pt x="17224930" y="1910330"/>
                  <a:pt x="17389180" y="1957450"/>
                </a:cubicBezTo>
                <a:cubicBezTo>
                  <a:pt x="17561070" y="2006771"/>
                  <a:pt x="17731824" y="2060044"/>
                  <a:pt x="17903322" y="2110803"/>
                </a:cubicBezTo>
                <a:cubicBezTo>
                  <a:pt x="18013658" y="2143435"/>
                  <a:pt x="18124482" y="2174430"/>
                  <a:pt x="18234972" y="2206567"/>
                </a:cubicBezTo>
                <a:cubicBezTo>
                  <a:pt x="18251330" y="2212776"/>
                  <a:pt x="18269110" y="2214219"/>
                  <a:pt x="18286254" y="2210730"/>
                </a:cubicBez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2" name="Path_27097DB47">
            <a:extLst>
              <a:ext uri="{0CB58B45-EDD9-4CE6-B449-C192D0EB0E5B}">
                <a16:creationId xmlns:a16="http://schemas.microsoft.com/office/drawing/2010/main" id="{DEE7165E-AEDA-4C98-815E-C52A4579D9BE}"/>
              </a:ext>
            </a:extLst>
          </p:cNvPr>
          <p:cNvSpPr/>
          <p:nvPr/>
        </p:nvSpPr>
        <p:spPr>
          <a:xfrm rot="0">
            <a:off x="7979624" y="3944545"/>
            <a:ext cx="633001" cy="347909"/>
          </a:xfrm>
          <a:custGeom>
            <a:avLst/>
            <a:gdLst/>
            <a:ahLst/>
            <a:cxnLst/>
            <a:rect b="b" l="0" r="r" t="0"/>
            <a:pathLst>
              <a:path h="695624" w="1265647">
                <a:moveTo>
                  <a:pt x="695968" y="327844"/>
                </a:moveTo>
                <a:quadBezTo>
                  <a:pt x="795847" y="347304"/>
                  <a:pt x="895736" y="366811"/>
                </a:quadBezTo>
                <a:cubicBezTo>
                  <a:pt x="931341" y="373840"/>
                  <a:pt x="933027" y="386537"/>
                  <a:pt x="905833" y="410683"/>
                </a:cubicBezTo>
                <a:cubicBezTo>
                  <a:pt x="825604" y="481930"/>
                  <a:pt x="757939" y="562864"/>
                  <a:pt x="722000" y="666201"/>
                </a:cubicBezTo>
                <a:cubicBezTo>
                  <a:pt x="712989" y="692166"/>
                  <a:pt x="693968" y="696509"/>
                  <a:pt x="669422" y="695490"/>
                </a:cubicBezTo>
                <a:cubicBezTo>
                  <a:pt x="549741" y="690509"/>
                  <a:pt x="450109" y="636892"/>
                  <a:pt x="359859" y="564578"/>
                </a:cubicBezTo>
                <a:cubicBezTo>
                  <a:pt x="247997" y="473574"/>
                  <a:pt x="157160" y="359432"/>
                  <a:pt x="93588" y="229994"/>
                </a:cubicBezTo>
                <a:cubicBezTo>
                  <a:pt x="68604" y="180597"/>
                  <a:pt x="39649" y="133210"/>
                  <a:pt x="12540" y="84880"/>
                </a:cubicBezTo>
                <a:cubicBezTo>
                  <a:pt x="5730" y="72727"/>
                  <a:pt x="-6015" y="60706"/>
                  <a:pt x="3692" y="45895"/>
                </a:cubicBezTo>
                <a:cubicBezTo>
                  <a:pt x="13274" y="31274"/>
                  <a:pt x="28752" y="34941"/>
                  <a:pt x="42678" y="38275"/>
                </a:cubicBezTo>
                <a:cubicBezTo>
                  <a:pt x="176837" y="70536"/>
                  <a:pt x="310482" y="56934"/>
                  <a:pt x="442832" y="29607"/>
                </a:cubicBezTo>
                <a:cubicBezTo>
                  <a:pt x="669985" y="-17294"/>
                  <a:pt x="892289" y="-14484"/>
                  <a:pt x="1107678" y="81994"/>
                </a:cubicBezTo>
                <a:cubicBezTo>
                  <a:pt x="1154082" y="102489"/>
                  <a:pt x="1198182" y="127846"/>
                  <a:pt x="1239237" y="157642"/>
                </a:cubicBezTo>
                <a:cubicBezTo>
                  <a:pt x="1277042" y="185369"/>
                  <a:pt x="1274099" y="199781"/>
                  <a:pt x="1231437" y="217754"/>
                </a:cubicBezTo>
                <a:cubicBezTo>
                  <a:pt x="1162452" y="245504"/>
                  <a:pt x="1095802" y="278735"/>
                  <a:pt x="1032124" y="317128"/>
                </a:cubicBezTo>
                <a:cubicBezTo>
                  <a:pt x="1009640" y="332195"/>
                  <a:pt x="981374" y="335798"/>
                  <a:pt x="955829" y="326853"/>
                </a:cubicBezTo>
                <a:cubicBezTo>
                  <a:pt x="870275" y="301698"/>
                  <a:pt x="783874" y="310985"/>
                  <a:pt x="695987" y="327806"/>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3" name="Path_27098CDE7">
            <a:extLst>
              <a:ext uri="{D2534882-97C1-40BC-82F9-2505804429FA}">
                <a16:creationId xmlns:a16="http://schemas.microsoft.com/office/drawing/2010/main" id="{0E16C1E4-D7AE-434B-8B13-02365B8687B0}"/>
              </a:ext>
            </a:extLst>
          </p:cNvPr>
          <p:cNvSpPr/>
          <p:nvPr/>
        </p:nvSpPr>
        <p:spPr>
          <a:xfrm rot="0">
            <a:off x="3140512" y="4082356"/>
            <a:ext cx="329588" cy="222888"/>
          </a:xfrm>
          <a:custGeom>
            <a:avLst/>
            <a:gdLst/>
            <a:ahLst/>
            <a:cxnLst/>
            <a:rect b="b" l="0" r="r" t="0"/>
            <a:pathLst>
              <a:path h="445652" w="658992">
                <a:moveTo>
                  <a:pt x="349104" y="257584"/>
                </a:moveTo>
                <a:cubicBezTo>
                  <a:pt x="370059" y="268185"/>
                  <a:pt x="391185" y="278615"/>
                  <a:pt x="412064" y="289445"/>
                </a:cubicBezTo>
                <a:cubicBezTo>
                  <a:pt x="439505" y="303676"/>
                  <a:pt x="443982" y="316991"/>
                  <a:pt x="413664" y="335413"/>
                </a:cubicBezTo>
                <a:cubicBezTo>
                  <a:pt x="370478" y="361664"/>
                  <a:pt x="327272" y="388619"/>
                  <a:pt x="299526" y="433463"/>
                </a:cubicBezTo>
                <a:cubicBezTo>
                  <a:pt x="288868" y="450684"/>
                  <a:pt x="273466" y="446227"/>
                  <a:pt x="257378" y="440750"/>
                </a:cubicBezTo>
                <a:cubicBezTo>
                  <a:pt x="201048" y="421566"/>
                  <a:pt x="159480" y="382390"/>
                  <a:pt x="124028" y="337642"/>
                </a:cubicBezTo>
                <a:cubicBezTo>
                  <a:pt x="52143" y="246840"/>
                  <a:pt x="31636" y="134759"/>
                  <a:pt x="1394" y="26917"/>
                </a:cubicBezTo>
                <a:cubicBezTo>
                  <a:pt x="-3625" y="9048"/>
                  <a:pt x="5252" y="-5916"/>
                  <a:pt x="22521" y="2324"/>
                </a:cubicBezTo>
                <a:cubicBezTo>
                  <a:pt x="153013" y="64560"/>
                  <a:pt x="300736" y="41376"/>
                  <a:pt x="434172" y="87391"/>
                </a:cubicBezTo>
                <a:cubicBezTo>
                  <a:pt x="516556" y="116815"/>
                  <a:pt x="590133" y="166646"/>
                  <a:pt x="648028" y="232228"/>
                </a:cubicBezTo>
                <a:cubicBezTo>
                  <a:pt x="666068" y="251917"/>
                  <a:pt x="661535" y="260632"/>
                  <a:pt x="636712" y="266442"/>
                </a:cubicBezTo>
                <a:cubicBezTo>
                  <a:pt x="593707" y="276510"/>
                  <a:pt x="549082" y="278158"/>
                  <a:pt x="506973" y="293417"/>
                </a:cubicBezTo>
                <a:cubicBezTo>
                  <a:pt x="489647" y="299684"/>
                  <a:pt x="473807" y="285568"/>
                  <a:pt x="458548" y="277691"/>
                </a:cubicBezTo>
                <a:cubicBezTo>
                  <a:pt x="424506" y="260137"/>
                  <a:pt x="388911" y="249573"/>
                  <a:pt x="349077" y="257584"/>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4" name="Path_27099BEFB">
            <a:extLst>
              <a:ext uri="{1260335F-373C-419E-B40C-EC62907C7F5D}">
                <a16:creationId xmlns:a16="http://schemas.microsoft.com/office/drawing/2010/main" id="{12DA7010-22A5-4703-9778-DF1767EF0C5E}"/>
              </a:ext>
            </a:extLst>
          </p:cNvPr>
          <p:cNvSpPr/>
          <p:nvPr/>
        </p:nvSpPr>
        <p:spPr>
          <a:xfrm rot="0">
            <a:off x="272370" y="4061883"/>
            <a:ext cx="213603" cy="138484"/>
          </a:xfrm>
          <a:custGeom>
            <a:avLst/>
            <a:gdLst/>
            <a:ahLst/>
            <a:cxnLst/>
            <a:rect b="b" l="0" r="r" t="0"/>
            <a:pathLst>
              <a:path h="276891" w="427086">
                <a:moveTo>
                  <a:pt x="291222" y="126952"/>
                </a:moveTo>
                <a:cubicBezTo>
                  <a:pt x="343324" y="125532"/>
                  <a:pt x="343076" y="125456"/>
                  <a:pt x="328179" y="174015"/>
                </a:cubicBezTo>
                <a:cubicBezTo>
                  <a:pt x="325114" y="184635"/>
                  <a:pt x="323248" y="195564"/>
                  <a:pt x="322616" y="206600"/>
                </a:cubicBezTo>
                <a:cubicBezTo>
                  <a:pt x="318387" y="264978"/>
                  <a:pt x="303395" y="282180"/>
                  <a:pt x="243625" y="275551"/>
                </a:cubicBezTo>
                <a:cubicBezTo>
                  <a:pt x="153776" y="265578"/>
                  <a:pt x="72871" y="232241"/>
                  <a:pt x="10853" y="162613"/>
                </a:cubicBezTo>
                <a:cubicBezTo>
                  <a:pt x="3634" y="154498"/>
                  <a:pt x="-7777" y="140706"/>
                  <a:pt x="7748" y="136086"/>
                </a:cubicBezTo>
                <a:cubicBezTo>
                  <a:pt x="108266" y="105863"/>
                  <a:pt x="182561" y="19652"/>
                  <a:pt x="289098" y="4241"/>
                </a:cubicBezTo>
                <a:cubicBezTo>
                  <a:pt x="326866" y="81"/>
                  <a:pt x="364909" y="-1022"/>
                  <a:pt x="402855" y="945"/>
                </a:cubicBezTo>
                <a:cubicBezTo>
                  <a:pt x="427991" y="1422"/>
                  <a:pt x="434973" y="16500"/>
                  <a:pt x="417142" y="34511"/>
                </a:cubicBezTo>
                <a:cubicBezTo>
                  <a:pt x="390310" y="61601"/>
                  <a:pt x="372956" y="101425"/>
                  <a:pt x="326655" y="104511"/>
                </a:cubicBezTo>
                <a:cubicBezTo>
                  <a:pt x="311778" y="105437"/>
                  <a:pt x="298406" y="113901"/>
                  <a:pt x="291203" y="126952"/>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5" name="Title 1">
            <a:extLst>
              <a:ext uri="{9F4405EB-23E8-41D4-9855-AF261166ABFC}">
                <a16:creationId xmlns:a16="http://schemas.microsoft.com/office/drawing/2010/main" id="{83E850CD-C0BA-4595-B0B9-A3C7C3C86DCD}"/>
              </a:ext>
            </a:extLst>
          </p:cNvPr>
          <p:cNvSpPr>
            <a:spLocks noGrp="true"/>
          </p:cNvSpPr>
          <p:nvPr>
            <p:ph type="title"/>
          </p:nvPr>
        </p:nvSpPr>
        <p:spPr>
          <a:xfrm rot="0">
            <a:off x="1333500" y="2000250"/>
            <a:ext cx="6477000" cy="666750"/>
          </a:xfrm>
          <a:prstGeom prst="rect">
            <a:avLst/>
          </a:prstGeom>
        </p:spPr>
        <p:txBody>
          <a:bodyPr anchor="b" rtlCol="0"/>
          <a:lstStyle>
            <a:lvl1pPr algn="ctr" lvl="0">
              <a:defRPr dirty="0" lang="en-US" sz="4000"/>
            </a:lvl1pPr>
          </a:lstStyle>
          <a:p>
            <a:pPr/>
            <a:r>
              <a:rPr dirty="0" lang="en-US"/>
              <a:t>Click to edit Master title style</a:t>
            </a:r>
            <a:endParaRPr dirty="0" lang="en-US"/>
          </a:p>
        </p:txBody>
      </p:sp>
      <p:sp>
        <p:nvSpPr>
          <p:cNvPr id="16" name="Subtitle 2">
            <a:extLst>
              <a:ext uri="{5AE483C5-73FD-43F2-81C7-C650F5E7E032}">
                <a16:creationId xmlns:a16="http://schemas.microsoft.com/office/drawing/2010/main" id="{8E4210B2-91BA-4A92-9C98-F5EAC57AA9BE}"/>
              </a:ext>
            </a:extLst>
          </p:cNvPr>
          <p:cNvSpPr>
            <a:spLocks noGrp="true"/>
          </p:cNvSpPr>
          <p:nvPr>
            <p:ph idx="1" type="subTitle"/>
          </p:nvPr>
        </p:nvSpPr>
        <p:spPr>
          <a:xfrm rot="0">
            <a:off x="1333500" y="2762250"/>
            <a:ext cx="6477000" cy="381000"/>
          </a:xfrm>
          <a:prstGeom prst="rect">
            <a:avLst/>
          </a:prstGeom>
        </p:spPr>
        <p:txBody>
          <a:bodyPr anchor="t" lIns="91440" rtlCol="0">
            <a:noAutofit/>
          </a:bodyPr>
          <a:lstStyle>
            <a:lvl1pPr algn="ctr" indent="0" lvl="0" marL="0">
              <a:buNone/>
              <a:defRPr dirty="0" lang="en-US" sz="1400">
                <a:solidFill>
                  <a:schemeClr val="accent1"/>
                </a:solidFill>
              </a:defRPr>
            </a:lvl1pPr>
            <a:lvl2pPr lvl="1"/>
            <a:lvl3pPr lvl="2"/>
            <a:lvl4pPr lvl="3"/>
            <a:lvl5pPr lvl="4"/>
            <a:lvl6pPr lvl="5"/>
            <a:lvl7pPr lvl="6"/>
            <a:lvl8pPr lvl="7"/>
            <a:lvl9pPr lvl="8"/>
          </a:lstStyle>
          <a:p>
            <a:pPr/>
            <a:r>
              <a:rPr dirty="0" lang="en-US"/>
              <a:t>Click to edit Master subtitle style</a:t>
            </a:r>
            <a:endParaRPr dirty="0" lang="en-US"/>
          </a:p>
        </p:txBody>
      </p:sp>
      <p:sp>
        <p:nvSpPr>
          <p:cNvPr hidden="false" id="17" name="Slide Number Placeholder 5">
            <a:extLst>
              <a:ext uri="{8181FA0D-59B9-4269-B0F8-6A6BB30F9E93}">
                <a16:creationId xmlns:a16="http://schemas.microsoft.com/office/drawing/2010/main" id="{57F53EEB-704F-4A33-8DCE-BF086CB60099}"/>
              </a:ext>
            </a:extLst>
          </p:cNvPr>
          <p:cNvSpPr>
            <a:spLocks noGrp="true"/>
          </p:cNvSpPr>
          <p:nvPr>
            <p:ph idx="12" sz="quarter" type="sldNum"/>
          </p:nvPr>
        </p:nvSpPr>
        <p:spPr/>
        <p:txBody>
          <a:bodyPr rtlCol="0"/>
          <a:lstStyle>
            <a:lvl1pPr lvl="0"/>
          </a:lstStyle>
          <a:p>
            <a:pPr/>
            <a:r>
              <a:rPr dirty="0" lang="en-US"/>
              <a:t>&lt;#&gt;</a:t>
            </a:r>
            <a:endParaRPr dirty="0" lang="en-US"/>
          </a:p>
        </p:txBody>
      </p:sp>
      <p:sp>
        <p:nvSpPr>
          <p:cNvPr hidden="false" id="18" name="Footer Placeholder 4">
            <a:extLst>
              <a:ext uri="{E23E2E98-B15F-42CB-8FC1-F576A4A8A956}">
                <a16:creationId xmlns:a16="http://schemas.microsoft.com/office/drawing/2010/main" id="{1734348E-73A9-4061-B880-116CC5882089}"/>
              </a:ext>
            </a:extLst>
          </p:cNvPr>
          <p:cNvSpPr>
            <a:spLocks noGrp="true"/>
          </p:cNvSpPr>
          <p:nvPr>
            <p:ph idx="11" sz="quarter" type="ftr"/>
          </p:nvPr>
        </p:nvSpPr>
        <p:spPr/>
        <p:txBody>
          <a:bodyPr rtlCol="0"/>
          <a:lstStyle>
            <a:lvl1pPr lvl="0"/>
          </a:lstStyle>
          <a:p>
            <a:pPr/>
            <a:r>
              <a:rPr dirty="0" lang="en-US"/>
              <a:t>Footer</a:t>
            </a:r>
            <a:endParaRPr dirty="0" lang="en-US"/>
          </a:p>
        </p:txBody>
      </p:sp>
      <p:sp>
        <p:nvSpPr>
          <p:cNvPr hidden="false" id="19" name="Date Placeholder 3">
            <a:extLst>
              <a:ext uri="{CA3278A0-CCCE-43B5-8F12-EBD90D6F256D}">
                <a16:creationId xmlns:a16="http://schemas.microsoft.com/office/drawing/2010/main" id="{725B115A-0C7F-446B-8E15-35FDCF0C103B}"/>
              </a:ext>
            </a:extLst>
          </p:cNvPr>
          <p:cNvSpPr>
            <a:spLocks noGrp="true"/>
          </p:cNvSpPr>
          <p:nvPr>
            <p:ph idx="10" sz="half" type="dt"/>
          </p:nvPr>
        </p:nvSpPr>
        <p:spPr/>
        <p:txBody>
          <a:bodyPr rtlCol="0"/>
          <a:lstStyle>
            <a:lvl1pPr lvl="0"/>
          </a:lstStyle>
          <a:p>
            <a:pPr/>
            <a:r>
              <a:rPr dirty="0" lang="en-US"/>
              <a:t>Date</a:t>
            </a:r>
            <a:endParaRPr dirty="0" lang="en-US"/>
          </a:p>
        </p:txBody>
      </p:sp>
    </p:spTree>
    <p:extLst>
      <p:ext uri="{A0FF9C41-2745-4691-92ED-188B1C215B37}">
        <p14:creationId xmlns:p14="http://schemas.microsoft.com/office/powerpoint/2010/main" val="1784042247722"/>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Freeform 9">
            <a:extLst>
              <a:ext uri="{667EA9B3-1243-4C66-861D-D437934F10C9}">
                <a16:creationId xmlns:a16="http://schemas.microsoft.com/office/drawing/2010/main" id="{A9246F0F-D438-492A-8EBA-F375F7675B14}"/>
              </a:ext>
            </a:extLst>
          </p:cNvPr>
          <p:cNvSpPr>
            <a:spLocks noChangeAspect="true"/>
          </p:cNvSpPr>
          <p:nvPr/>
        </p:nvSpPr>
        <p:spPr>
          <a:xfrm rot="0">
            <a:off x="5543" y="140989"/>
            <a:ext cx="9189567" cy="1468783"/>
          </a:xfrm>
          <a:custGeom>
            <a:avLst/>
            <a:gdLst/>
            <a:ahLst/>
            <a:cxnLst/>
            <a:rect b="b" l="0" r="r" t="0"/>
            <a:pathLst>
              <a:path h="1428872" w="9030348">
                <a:moveTo>
                  <a:pt x="9030348" y="339480"/>
                </a:moveTo>
                <a:cubicBezTo>
                  <a:pt x="8936676" y="359247"/>
                  <a:pt x="8843051" y="379202"/>
                  <a:pt x="8749331" y="398688"/>
                </a:cubicBezTo>
                <a:cubicBezTo>
                  <a:pt x="8690029" y="411037"/>
                  <a:pt x="8630022" y="420615"/>
                  <a:pt x="8571377" y="435453"/>
                </a:cubicBezTo>
                <a:cubicBezTo>
                  <a:pt x="8525316" y="447144"/>
                  <a:pt x="8478738" y="455784"/>
                  <a:pt x="8432207" y="464188"/>
                </a:cubicBezTo>
                <a:cubicBezTo>
                  <a:pt x="8332102" y="482218"/>
                  <a:pt x="8232372" y="502033"/>
                  <a:pt x="8131328" y="515368"/>
                </a:cubicBezTo>
                <a:cubicBezTo>
                  <a:pt x="8073576" y="522974"/>
                  <a:pt x="8015823" y="532928"/>
                  <a:pt x="7957882" y="539361"/>
                </a:cubicBezTo>
                <a:cubicBezTo>
                  <a:pt x="7893744" y="546498"/>
                  <a:pt x="7829606" y="554292"/>
                  <a:pt x="7764997" y="558236"/>
                </a:cubicBezTo>
                <a:cubicBezTo>
                  <a:pt x="7707854" y="561711"/>
                  <a:pt x="7650806" y="569317"/>
                  <a:pt x="7593476" y="571806"/>
                </a:cubicBezTo>
                <a:cubicBezTo>
                  <a:pt x="7529666" y="574529"/>
                  <a:pt x="7465715" y="574670"/>
                  <a:pt x="7401858" y="576830"/>
                </a:cubicBezTo>
                <a:cubicBezTo>
                  <a:pt x="7355796" y="578379"/>
                  <a:pt x="7309829" y="578286"/>
                  <a:pt x="7263814" y="575750"/>
                </a:cubicBezTo>
                <a:cubicBezTo>
                  <a:pt x="7197516" y="572135"/>
                  <a:pt x="7130936" y="573684"/>
                  <a:pt x="7064966" y="565326"/>
                </a:cubicBezTo>
                <a:cubicBezTo>
                  <a:pt x="6960541" y="552132"/>
                  <a:pt x="6855553" y="545183"/>
                  <a:pt x="6751598" y="525322"/>
                </a:cubicBezTo>
                <a:cubicBezTo>
                  <a:pt x="6641961" y="504428"/>
                  <a:pt x="6533076" y="481139"/>
                  <a:pt x="6425834" y="451088"/>
                </a:cubicBezTo>
                <a:cubicBezTo>
                  <a:pt x="6354746" y="431180"/>
                  <a:pt x="6284034" y="409581"/>
                  <a:pt x="6213604" y="387278"/>
                </a:cubicBezTo>
                <a:cubicBezTo>
                  <a:pt x="6144630" y="365445"/>
                  <a:pt x="6075748" y="343283"/>
                  <a:pt x="6006773" y="321309"/>
                </a:cubicBezTo>
                <a:cubicBezTo>
                  <a:pt x="5941460" y="300555"/>
                  <a:pt x="5876946" y="277407"/>
                  <a:pt x="5811774" y="256090"/>
                </a:cubicBezTo>
                <a:cubicBezTo>
                  <a:pt x="5755571" y="237684"/>
                  <a:pt x="5698429" y="221955"/>
                  <a:pt x="5642695" y="202281"/>
                </a:cubicBezTo>
                <a:cubicBezTo>
                  <a:pt x="5576490" y="178898"/>
                  <a:pt x="5509440" y="158239"/>
                  <a:pt x="5441968" y="139598"/>
                </a:cubicBezTo>
                <a:cubicBezTo>
                  <a:pt x="5361725" y="117436"/>
                  <a:pt x="5281105" y="96213"/>
                  <a:pt x="5200110" y="76399"/>
                </a:cubicBezTo>
                <a:cubicBezTo>
                  <a:pt x="5102399" y="52499"/>
                  <a:pt x="5003422" y="37850"/>
                  <a:pt x="4904491" y="21651"/>
                </a:cubicBezTo>
                <a:cubicBezTo>
                  <a:pt x="4818049" y="7612"/>
                  <a:pt x="4730856" y="-230"/>
                  <a:pt x="4643851" y="5"/>
                </a:cubicBezTo>
                <a:cubicBezTo>
                  <a:pt x="4545154" y="240"/>
                  <a:pt x="4446317" y="2775"/>
                  <a:pt x="4347714" y="15547"/>
                </a:cubicBezTo>
                <a:cubicBezTo>
                  <a:pt x="4276627" y="24750"/>
                  <a:pt x="4205915" y="36019"/>
                  <a:pt x="4135672" y="48931"/>
                </a:cubicBezTo>
                <a:cubicBezTo>
                  <a:pt x="4036224" y="67243"/>
                  <a:pt x="3938138" y="92410"/>
                  <a:pt x="3840428" y="118892"/>
                </a:cubicBezTo>
                <a:cubicBezTo>
                  <a:pt x="3690036" y="159694"/>
                  <a:pt x="3542132" y="208103"/>
                  <a:pt x="3394275" y="256982"/>
                </a:cubicBezTo>
                <a:cubicBezTo>
                  <a:pt x="3280506" y="294592"/>
                  <a:pt x="3167489" y="334549"/>
                  <a:pt x="3053204" y="370375"/>
                </a:cubicBezTo>
                <a:cubicBezTo>
                  <a:pt x="2918588" y="412539"/>
                  <a:pt x="2784582" y="456535"/>
                  <a:pt x="2647760" y="491656"/>
                </a:cubicBezTo>
                <a:cubicBezTo>
                  <a:pt x="2558689" y="514523"/>
                  <a:pt x="2469805" y="537858"/>
                  <a:pt x="2379467" y="554292"/>
                </a:cubicBezTo>
                <a:cubicBezTo>
                  <a:pt x="2324437" y="564293"/>
                  <a:pt x="2269220" y="573825"/>
                  <a:pt x="2213486" y="581056"/>
                </a:cubicBezTo>
                <a:cubicBezTo>
                  <a:pt x="2130707" y="591808"/>
                  <a:pt x="2047834" y="598945"/>
                  <a:pt x="1964726" y="604345"/>
                </a:cubicBezTo>
                <a:cubicBezTo>
                  <a:pt x="1928243" y="606739"/>
                  <a:pt x="1891337" y="608430"/>
                  <a:pt x="1855042" y="607491"/>
                </a:cubicBezTo>
                <a:cubicBezTo>
                  <a:pt x="1752026" y="604720"/>
                  <a:pt x="1648540" y="607960"/>
                  <a:pt x="1546135" y="594344"/>
                </a:cubicBezTo>
                <a:cubicBezTo>
                  <a:pt x="1452650" y="581901"/>
                  <a:pt x="1358837" y="572698"/>
                  <a:pt x="1265587" y="557485"/>
                </a:cubicBezTo>
                <a:cubicBezTo>
                  <a:pt x="1184029" y="544150"/>
                  <a:pt x="1103691" y="524899"/>
                  <a:pt x="1022039" y="512269"/>
                </a:cubicBezTo>
                <a:cubicBezTo>
                  <a:pt x="969216" y="504099"/>
                  <a:pt x="917661" y="487524"/>
                  <a:pt x="865589" y="474471"/>
                </a:cubicBezTo>
                <a:cubicBezTo>
                  <a:pt x="747548" y="444843"/>
                  <a:pt x="631056" y="409816"/>
                  <a:pt x="515316" y="372347"/>
                </a:cubicBezTo>
                <a:cubicBezTo>
                  <a:pt x="434649" y="346241"/>
                  <a:pt x="354265" y="319196"/>
                  <a:pt x="273786" y="292526"/>
                </a:cubicBezTo>
                <a:cubicBezTo>
                  <a:pt x="194623" y="266326"/>
                  <a:pt x="115412" y="240173"/>
                  <a:pt x="36295" y="213785"/>
                </a:cubicBezTo>
                <a:cubicBezTo>
                  <a:pt x="24510" y="209841"/>
                  <a:pt x="13053" y="204864"/>
                  <a:pt x="1409" y="200356"/>
                </a:cubicBezTo>
                <a:lnTo>
                  <a:pt x="0" y="219091"/>
                </a:lnTo>
                <a:cubicBezTo>
                  <a:pt x="37751" y="223410"/>
                  <a:pt x="71229" y="241487"/>
                  <a:pt x="106726" y="252850"/>
                </a:cubicBezTo>
                <a:cubicBezTo>
                  <a:pt x="221762" y="289662"/>
                  <a:pt x="336141" y="328305"/>
                  <a:pt x="450848" y="366149"/>
                </a:cubicBezTo>
                <a:cubicBezTo>
                  <a:pt x="462634" y="370046"/>
                  <a:pt x="474842" y="372817"/>
                  <a:pt x="486533" y="377042"/>
                </a:cubicBezTo>
                <a:cubicBezTo>
                  <a:pt x="497661" y="381080"/>
                  <a:pt x="500807" y="386011"/>
                  <a:pt x="490524" y="396716"/>
                </a:cubicBezTo>
                <a:cubicBezTo>
                  <a:pt x="472353" y="415638"/>
                  <a:pt x="455544" y="436016"/>
                  <a:pt x="439251" y="456582"/>
                </a:cubicBezTo>
                <a:cubicBezTo>
                  <a:pt x="404317" y="500718"/>
                  <a:pt x="405773" y="587395"/>
                  <a:pt x="440847" y="632329"/>
                </a:cubicBezTo>
                <a:cubicBezTo>
                  <a:pt x="468644" y="667967"/>
                  <a:pt x="503859" y="697876"/>
                  <a:pt x="524143" y="739383"/>
                </a:cubicBezTo>
                <a:cubicBezTo>
                  <a:pt x="527570" y="746379"/>
                  <a:pt x="533534" y="751450"/>
                  <a:pt x="539778" y="741684"/>
                </a:cubicBezTo>
                <a:cubicBezTo>
                  <a:pt x="572646" y="690035"/>
                  <a:pt x="599456" y="637025"/>
                  <a:pt x="583117" y="572463"/>
                </a:cubicBezTo>
                <a:cubicBezTo>
                  <a:pt x="572881" y="531942"/>
                  <a:pt x="541328" y="505367"/>
                  <a:pt x="519541" y="472546"/>
                </a:cubicBezTo>
                <a:cubicBezTo>
                  <a:pt x="513250" y="463108"/>
                  <a:pt x="508789" y="443576"/>
                  <a:pt x="492872" y="448177"/>
                </a:cubicBezTo>
                <a:cubicBezTo>
                  <a:pt x="478833" y="452215"/>
                  <a:pt x="481744" y="470480"/>
                  <a:pt x="477471" y="482735"/>
                </a:cubicBezTo>
                <a:cubicBezTo>
                  <a:pt x="470146" y="503676"/>
                  <a:pt x="481133" y="523444"/>
                  <a:pt x="481697" y="546216"/>
                </a:cubicBezTo>
                <a:cubicBezTo>
                  <a:pt x="447749" y="500249"/>
                  <a:pt x="467000" y="414934"/>
                  <a:pt x="514001" y="392349"/>
                </a:cubicBezTo>
                <a:cubicBezTo>
                  <a:pt x="521185" y="388922"/>
                  <a:pt x="527383" y="390706"/>
                  <a:pt x="534238" y="392913"/>
                </a:cubicBezTo>
                <a:cubicBezTo>
                  <a:pt x="670075" y="436720"/>
                  <a:pt x="807367" y="475739"/>
                  <a:pt x="946256" y="508466"/>
                </a:cubicBezTo>
                <a:cubicBezTo>
                  <a:pt x="1042557" y="531144"/>
                  <a:pt x="1139798" y="549597"/>
                  <a:pt x="1237368" y="566735"/>
                </a:cubicBezTo>
                <a:cubicBezTo>
                  <a:pt x="1386962" y="593076"/>
                  <a:pt x="1537495" y="608946"/>
                  <a:pt x="1688873" y="617163"/>
                </a:cubicBezTo>
                <a:cubicBezTo>
                  <a:pt x="1765924" y="621342"/>
                  <a:pt x="1843210" y="618196"/>
                  <a:pt x="1920355" y="618290"/>
                </a:cubicBezTo>
                <a:cubicBezTo>
                  <a:pt x="2013557" y="618431"/>
                  <a:pt x="2105680" y="607866"/>
                  <a:pt x="2197709" y="597959"/>
                </a:cubicBezTo>
                <a:cubicBezTo>
                  <a:pt x="2280113" y="589085"/>
                  <a:pt x="2361671" y="572416"/>
                  <a:pt x="2443042" y="555184"/>
                </a:cubicBezTo>
                <a:cubicBezTo>
                  <a:pt x="2520562" y="538751"/>
                  <a:pt x="2596909" y="518326"/>
                  <a:pt x="2673537" y="498652"/>
                </a:cubicBezTo>
                <a:cubicBezTo>
                  <a:pt x="2730163" y="484097"/>
                  <a:pt x="2786461" y="468039"/>
                  <a:pt x="2842335" y="450854"/>
                </a:cubicBezTo>
                <a:cubicBezTo>
                  <a:pt x="2944882" y="419348"/>
                  <a:pt x="3047100" y="386762"/>
                  <a:pt x="3149318" y="354082"/>
                </a:cubicBezTo>
                <a:cubicBezTo>
                  <a:pt x="3163873" y="349434"/>
                  <a:pt x="3180401" y="333939"/>
                  <a:pt x="3192233" y="342766"/>
                </a:cubicBezTo>
                <a:cubicBezTo>
                  <a:pt x="3205709" y="352814"/>
                  <a:pt x="3191294" y="371549"/>
                  <a:pt x="3189228" y="386339"/>
                </a:cubicBezTo>
                <a:cubicBezTo>
                  <a:pt x="3178852" y="461089"/>
                  <a:pt x="3188994" y="533351"/>
                  <a:pt x="3218340" y="602044"/>
                </a:cubicBezTo>
                <a:cubicBezTo>
                  <a:pt x="3243648" y="661299"/>
                  <a:pt x="3292479" y="694449"/>
                  <a:pt x="3353754" y="711117"/>
                </a:cubicBezTo>
                <a:cubicBezTo>
                  <a:pt x="3410943" y="726659"/>
                  <a:pt x="3470856" y="730321"/>
                  <a:pt x="3526684" y="751732"/>
                </a:cubicBezTo>
                <a:cubicBezTo>
                  <a:pt x="3539878" y="756803"/>
                  <a:pt x="3552837" y="761921"/>
                  <a:pt x="3564904" y="769293"/>
                </a:cubicBezTo>
                <a:cubicBezTo>
                  <a:pt x="3574342" y="775068"/>
                  <a:pt x="3581056" y="772345"/>
                  <a:pt x="3579225" y="761029"/>
                </a:cubicBezTo>
                <a:cubicBezTo>
                  <a:pt x="3566313" y="680973"/>
                  <a:pt x="3558519" y="599227"/>
                  <a:pt x="3499310" y="535229"/>
                </a:cubicBezTo>
                <a:cubicBezTo>
                  <a:pt x="3464471" y="497572"/>
                  <a:pt x="3422494" y="474941"/>
                  <a:pt x="3372253" y="465926"/>
                </a:cubicBezTo>
                <a:cubicBezTo>
                  <a:pt x="3337743" y="459728"/>
                  <a:pt x="3303326" y="452591"/>
                  <a:pt x="3270458" y="439679"/>
                </a:cubicBezTo>
                <a:cubicBezTo>
                  <a:pt x="3261960" y="436345"/>
                  <a:pt x="3252193" y="428973"/>
                  <a:pt x="3244305" y="436580"/>
                </a:cubicBezTo>
                <a:cubicBezTo>
                  <a:pt x="3235759" y="444843"/>
                  <a:pt x="3238295" y="457286"/>
                  <a:pt x="3242052" y="467569"/>
                </a:cubicBezTo>
                <a:cubicBezTo>
                  <a:pt x="3257969" y="511048"/>
                  <a:pt x="3287315" y="543399"/>
                  <a:pt x="3326145" y="568003"/>
                </a:cubicBezTo>
                <a:cubicBezTo>
                  <a:pt x="3336804" y="574764"/>
                  <a:pt x="3350608" y="577393"/>
                  <a:pt x="3359811" y="590775"/>
                </a:cubicBezTo>
                <a:cubicBezTo>
                  <a:pt x="3226228" y="554527"/>
                  <a:pt x="3185707" y="456441"/>
                  <a:pt x="3215476" y="339010"/>
                </a:cubicBezTo>
                <a:cubicBezTo>
                  <a:pt x="3218715" y="326192"/>
                  <a:pt x="3229139" y="324783"/>
                  <a:pt x="3238248" y="321731"/>
                </a:cubicBezTo>
                <a:cubicBezTo>
                  <a:pt x="3321732" y="293747"/>
                  <a:pt x="3405121" y="265340"/>
                  <a:pt x="3489027" y="238717"/>
                </a:cubicBezTo>
                <a:cubicBezTo>
                  <a:pt x="3619464" y="197351"/>
                  <a:pt x="3749995" y="155985"/>
                  <a:pt x="3882310" y="121005"/>
                </a:cubicBezTo>
                <a:cubicBezTo>
                  <a:pt x="3968094" y="98373"/>
                  <a:pt x="4054630" y="78371"/>
                  <a:pt x="4141588" y="60763"/>
                </a:cubicBezTo>
                <a:cubicBezTo>
                  <a:pt x="4168023" y="55410"/>
                  <a:pt x="4196899" y="54049"/>
                  <a:pt x="4223287" y="49870"/>
                </a:cubicBezTo>
                <a:cubicBezTo>
                  <a:pt x="4255639" y="44752"/>
                  <a:pt x="4288412" y="35737"/>
                  <a:pt x="4321373" y="32028"/>
                </a:cubicBezTo>
                <a:cubicBezTo>
                  <a:pt x="4382507" y="25125"/>
                  <a:pt x="4443876" y="19115"/>
                  <a:pt x="4505338" y="15829"/>
                </a:cubicBezTo>
                <a:cubicBezTo>
                  <a:pt x="4616336" y="9865"/>
                  <a:pt x="4727287" y="13950"/>
                  <a:pt x="4837816" y="26017"/>
                </a:cubicBezTo>
                <a:cubicBezTo>
                  <a:pt x="4887446" y="31464"/>
                  <a:pt x="4937076" y="37991"/>
                  <a:pt x="4986236" y="46442"/>
                </a:cubicBezTo>
                <a:cubicBezTo>
                  <a:pt x="5090004" y="64285"/>
                  <a:pt x="5193348" y="85038"/>
                  <a:pt x="5294862" y="112835"/>
                </a:cubicBezTo>
                <a:cubicBezTo>
                  <a:pt x="5355479" y="129409"/>
                  <a:pt x="5416331" y="145373"/>
                  <a:pt x="5476479" y="163826"/>
                </a:cubicBezTo>
                <a:cubicBezTo>
                  <a:pt x="5515263" y="175706"/>
                  <a:pt x="5554187" y="187115"/>
                  <a:pt x="5592783" y="199652"/>
                </a:cubicBezTo>
                <a:cubicBezTo>
                  <a:pt x="5685610" y="229796"/>
                  <a:pt x="5778203" y="260504"/>
                  <a:pt x="5870936" y="290883"/>
                </a:cubicBezTo>
                <a:cubicBezTo>
                  <a:pt x="5986160" y="328633"/>
                  <a:pt x="6101009" y="367417"/>
                  <a:pt x="6216702" y="403759"/>
                </a:cubicBezTo>
                <a:cubicBezTo>
                  <a:pt x="6352069" y="446299"/>
                  <a:pt x="6488470" y="486116"/>
                  <a:pt x="6627358" y="515133"/>
                </a:cubicBezTo>
                <a:cubicBezTo>
                  <a:pt x="6723425" y="535182"/>
                  <a:pt x="6819962" y="553494"/>
                  <a:pt x="6918048" y="564012"/>
                </a:cubicBezTo>
                <a:cubicBezTo>
                  <a:pt x="6998949" y="572698"/>
                  <a:pt x="7079850" y="580586"/>
                  <a:pt x="7160939" y="584859"/>
                </a:cubicBezTo>
                <a:cubicBezTo>
                  <a:pt x="7285554" y="591480"/>
                  <a:pt x="7410262" y="591902"/>
                  <a:pt x="7535158" y="586784"/>
                </a:cubicBezTo>
                <a:cubicBezTo>
                  <a:pt x="7661510" y="581619"/>
                  <a:pt x="7787064" y="570116"/>
                  <a:pt x="7912806" y="558189"/>
                </a:cubicBezTo>
                <a:cubicBezTo>
                  <a:pt x="8036106" y="546498"/>
                  <a:pt x="8158139" y="526871"/>
                  <a:pt x="8280078" y="506822"/>
                </a:cubicBezTo>
                <a:cubicBezTo>
                  <a:pt x="8284585" y="512081"/>
                  <a:pt x="8280452" y="516213"/>
                  <a:pt x="8278528" y="519875"/>
                </a:cubicBezTo>
                <a:cubicBezTo>
                  <a:pt x="8217066" y="637118"/>
                  <a:pt x="8189739" y="762719"/>
                  <a:pt x="8188518" y="894189"/>
                </a:cubicBezTo>
                <a:cubicBezTo>
                  <a:pt x="8187109" y="1045098"/>
                  <a:pt x="8255426" y="1154594"/>
                  <a:pt x="8387742" y="1226668"/>
                </a:cubicBezTo>
                <a:cubicBezTo>
                  <a:pt x="8455026" y="1263338"/>
                  <a:pt x="8525691" y="1293107"/>
                  <a:pt x="8592741" y="1330059"/>
                </a:cubicBezTo>
                <a:cubicBezTo>
                  <a:pt x="8632464" y="1351940"/>
                  <a:pt x="8670261" y="1376966"/>
                  <a:pt x="8703223" y="1408566"/>
                </a:cubicBezTo>
                <a:cubicBezTo>
                  <a:pt x="8707167" y="1412322"/>
                  <a:pt x="8711346" y="1415844"/>
                  <a:pt x="8715431" y="1419459"/>
                </a:cubicBezTo>
                <a:cubicBezTo>
                  <a:pt x="8721300" y="1424624"/>
                  <a:pt x="8727075" y="1431057"/>
                  <a:pt x="8735856" y="1428145"/>
                </a:cubicBezTo>
                <a:cubicBezTo>
                  <a:pt x="8745715" y="1424859"/>
                  <a:pt x="8743274" y="1415374"/>
                  <a:pt x="8743838" y="1408049"/>
                </a:cubicBezTo>
                <a:cubicBezTo>
                  <a:pt x="8749331" y="1336304"/>
                  <a:pt x="8759802" y="1264418"/>
                  <a:pt x="8758722" y="1192767"/>
                </a:cubicBezTo>
                <a:cubicBezTo>
                  <a:pt x="8756703" y="1060170"/>
                  <a:pt x="8714491" y="943491"/>
                  <a:pt x="8606123" y="857378"/>
                </a:cubicBezTo>
                <a:cubicBezTo>
                  <a:pt x="8555883" y="817467"/>
                  <a:pt x="8496251" y="795117"/>
                  <a:pt x="8441503" y="763752"/>
                </a:cubicBezTo>
                <a:cubicBezTo>
                  <a:pt x="8406851" y="743938"/>
                  <a:pt x="8371684" y="725344"/>
                  <a:pt x="8340836" y="699661"/>
                </a:cubicBezTo>
                <a:cubicBezTo>
                  <a:pt x="8333792" y="693792"/>
                  <a:pt x="8326938" y="685246"/>
                  <a:pt x="8316326" y="689800"/>
                </a:cubicBezTo>
                <a:cubicBezTo>
                  <a:pt x="8305198" y="694590"/>
                  <a:pt x="8301582" y="704591"/>
                  <a:pt x="8300174" y="716376"/>
                </a:cubicBezTo>
                <a:cubicBezTo>
                  <a:pt x="8291535" y="787793"/>
                  <a:pt x="8315810" y="849912"/>
                  <a:pt x="8352762" y="908886"/>
                </a:cubicBezTo>
                <a:cubicBezTo>
                  <a:pt x="8373422" y="941847"/>
                  <a:pt x="8403894" y="965512"/>
                  <a:pt x="8429813" y="993496"/>
                </a:cubicBezTo>
                <a:cubicBezTo>
                  <a:pt x="8434649" y="998708"/>
                  <a:pt x="8442537" y="1002981"/>
                  <a:pt x="8440612" y="1012606"/>
                </a:cubicBezTo>
                <a:cubicBezTo>
                  <a:pt x="8325717" y="945322"/>
                  <a:pt x="8251671" y="848175"/>
                  <a:pt x="8253596" y="716048"/>
                </a:cubicBezTo>
                <a:cubicBezTo>
                  <a:pt x="8254676" y="639325"/>
                  <a:pt x="8280266" y="571243"/>
                  <a:pt x="8317124" y="505930"/>
                </a:cubicBezTo>
                <a:cubicBezTo>
                  <a:pt x="8320177" y="500531"/>
                  <a:pt x="8324920" y="499263"/>
                  <a:pt x="8330554" y="498183"/>
                </a:cubicBezTo>
                <a:cubicBezTo>
                  <a:pt x="8413285" y="482266"/>
                  <a:pt x="8496111" y="466959"/>
                  <a:pt x="8578609" y="449821"/>
                </a:cubicBezTo>
                <a:cubicBezTo>
                  <a:pt x="8664909" y="431884"/>
                  <a:pt x="8750835" y="411976"/>
                  <a:pt x="8836994" y="393382"/>
                </a:cubicBezTo>
                <a:cubicBezTo>
                  <a:pt x="8892447" y="381409"/>
                  <a:pt x="8948040" y="370234"/>
                  <a:pt x="9003539" y="358496"/>
                </a:cubicBezTo>
                <a:cubicBezTo>
                  <a:pt x="9012084" y="356665"/>
                  <a:pt x="9020442" y="355350"/>
                  <a:pt x="9028893" y="358355"/>
                </a:cubicBezTo>
                <a:lnTo>
                  <a:pt x="9030302" y="33962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Freeform 13">
            <a:extLst>
              <a:ext uri="{2C68C22E-F790-4BE0-8B31-0AB22E94E16A}">
                <a16:creationId xmlns:a16="http://schemas.microsoft.com/office/drawing/2010/main" id="{C8DC046C-D1D7-485F-91B8-6612B6AF1311}"/>
              </a:ext>
            </a:extLst>
          </p:cNvPr>
          <p:cNvSpPr>
            <a:spLocks noChangeAspect="true"/>
          </p:cNvSpPr>
          <p:nvPr/>
        </p:nvSpPr>
        <p:spPr>
          <a:xfrm rot="0">
            <a:off x="-25715" y="3552413"/>
            <a:ext cx="9195442" cy="1428821"/>
          </a:xfrm>
          <a:custGeom>
            <a:avLst/>
            <a:gdLst/>
            <a:ahLst/>
            <a:cxnLst/>
            <a:rect b="b" l="0" r="r" t="0"/>
            <a:pathLst>
              <a:path h="1428821" w="9195442">
                <a:moveTo>
                  <a:pt x="0" y="1111033"/>
                </a:moveTo>
                <a:cubicBezTo>
                  <a:pt x="95234" y="1090332"/>
                  <a:pt x="190468" y="1069440"/>
                  <a:pt x="285750" y="1048930"/>
                </a:cubicBezTo>
                <a:cubicBezTo>
                  <a:pt x="346036" y="1035974"/>
                  <a:pt x="407087" y="1025839"/>
                  <a:pt x="466704" y="1010349"/>
                </a:cubicBezTo>
                <a:cubicBezTo>
                  <a:pt x="513509" y="998158"/>
                  <a:pt x="560886" y="989027"/>
                  <a:pt x="608217" y="980230"/>
                </a:cubicBezTo>
                <a:cubicBezTo>
                  <a:pt x="710000" y="961202"/>
                  <a:pt x="811450" y="940454"/>
                  <a:pt x="914237" y="926207"/>
                </a:cubicBezTo>
                <a:cubicBezTo>
                  <a:pt x="972994" y="918079"/>
                  <a:pt x="1031750" y="907609"/>
                  <a:pt x="1090650" y="900677"/>
                </a:cubicBezTo>
                <a:cubicBezTo>
                  <a:pt x="1155908" y="893028"/>
                  <a:pt x="1221166" y="884661"/>
                  <a:pt x="1286951" y="880215"/>
                </a:cubicBezTo>
                <a:cubicBezTo>
                  <a:pt x="1345133" y="876295"/>
                  <a:pt x="1403172" y="868167"/>
                  <a:pt x="1461499" y="865299"/>
                </a:cubicBezTo>
                <a:cubicBezTo>
                  <a:pt x="1526470" y="862096"/>
                  <a:pt x="1591585" y="861570"/>
                  <a:pt x="1656556" y="858940"/>
                </a:cubicBezTo>
                <a:cubicBezTo>
                  <a:pt x="1703456" y="857076"/>
                  <a:pt x="1750213" y="856885"/>
                  <a:pt x="1797112" y="859180"/>
                </a:cubicBezTo>
                <a:cubicBezTo>
                  <a:pt x="1864618" y="862478"/>
                  <a:pt x="1932410" y="860422"/>
                  <a:pt x="1999628" y="868502"/>
                </a:cubicBezTo>
                <a:cubicBezTo>
                  <a:pt x="2106050" y="881267"/>
                  <a:pt x="2212997" y="887673"/>
                  <a:pt x="2318940" y="907227"/>
                </a:cubicBezTo>
                <a:cubicBezTo>
                  <a:pt x="2430668" y="927832"/>
                  <a:pt x="2541678" y="950828"/>
                  <a:pt x="2651112" y="980756"/>
                </a:cubicBezTo>
                <a:cubicBezTo>
                  <a:pt x="2723589" y="1000596"/>
                  <a:pt x="2795731" y="1022110"/>
                  <a:pt x="2867635" y="1044341"/>
                </a:cubicBezTo>
                <a:cubicBezTo>
                  <a:pt x="2938009" y="1066142"/>
                  <a:pt x="3008287" y="1088277"/>
                  <a:pt x="3078661" y="1110173"/>
                </a:cubicBezTo>
                <a:cubicBezTo>
                  <a:pt x="3145258" y="1130922"/>
                  <a:pt x="3211137" y="1154061"/>
                  <a:pt x="3277591" y="1175336"/>
                </a:cubicBezTo>
                <a:cubicBezTo>
                  <a:pt x="3334961" y="1193694"/>
                  <a:pt x="3393191" y="1209375"/>
                  <a:pt x="3450083" y="1229072"/>
                </a:cubicBezTo>
                <a:cubicBezTo>
                  <a:pt x="3517636" y="1252450"/>
                  <a:pt x="3586050" y="1273103"/>
                  <a:pt x="3654894" y="1291653"/>
                </a:cubicBezTo>
                <a:cubicBezTo>
                  <a:pt x="3736742" y="1313693"/>
                  <a:pt x="3818972" y="1334824"/>
                  <a:pt x="3901537" y="1354473"/>
                </a:cubicBezTo>
                <a:cubicBezTo>
                  <a:pt x="4001169" y="1378186"/>
                  <a:pt x="4102045" y="1392481"/>
                  <a:pt x="4202920" y="1408305"/>
                </a:cubicBezTo>
                <a:cubicBezTo>
                  <a:pt x="4291079" y="1422170"/>
                  <a:pt x="4379907" y="1429532"/>
                  <a:pt x="4468543" y="1428767"/>
                </a:cubicBezTo>
                <a:cubicBezTo>
                  <a:pt x="4569036" y="1427859"/>
                  <a:pt x="4669672" y="1424704"/>
                  <a:pt x="4769974" y="1411078"/>
                </a:cubicBezTo>
                <a:cubicBezTo>
                  <a:pt x="4842308" y="1401230"/>
                  <a:pt x="4914211" y="1389373"/>
                  <a:pt x="4985685" y="1375748"/>
                </a:cubicBezTo>
                <a:cubicBezTo>
                  <a:pt x="5086847" y="1356481"/>
                  <a:pt x="5186527" y="1330234"/>
                  <a:pt x="5285825" y="1302601"/>
                </a:cubicBezTo>
                <a:cubicBezTo>
                  <a:pt x="5438668" y="1260100"/>
                  <a:pt x="5588978" y="1209853"/>
                  <a:pt x="5739191" y="1159176"/>
                </a:cubicBezTo>
                <a:cubicBezTo>
                  <a:pt x="5854792" y="1120165"/>
                  <a:pt x="5969579" y="1078763"/>
                  <a:pt x="6085753" y="1041568"/>
                </a:cubicBezTo>
                <a:cubicBezTo>
                  <a:pt x="6222532" y="997776"/>
                  <a:pt x="6358690" y="952119"/>
                  <a:pt x="6497812" y="915498"/>
                </a:cubicBezTo>
                <a:cubicBezTo>
                  <a:pt x="6588314" y="891689"/>
                  <a:pt x="6678719" y="867355"/>
                  <a:pt x="6770607" y="850000"/>
                </a:cubicBezTo>
                <a:cubicBezTo>
                  <a:pt x="6826590" y="839435"/>
                  <a:pt x="6882765" y="829395"/>
                  <a:pt x="6939418" y="821698"/>
                </a:cubicBezTo>
                <a:cubicBezTo>
                  <a:pt x="7023608" y="810224"/>
                  <a:pt x="7107942" y="802431"/>
                  <a:pt x="7192562" y="796407"/>
                </a:cubicBezTo>
                <a:cubicBezTo>
                  <a:pt x="7229710" y="793730"/>
                  <a:pt x="7267287" y="791770"/>
                  <a:pt x="7304243" y="792535"/>
                </a:cubicBezTo>
                <a:cubicBezTo>
                  <a:pt x="7409134" y="794686"/>
                  <a:pt x="7514503" y="790718"/>
                  <a:pt x="7618822" y="803961"/>
                </a:cubicBezTo>
                <a:cubicBezTo>
                  <a:pt x="7714056" y="816009"/>
                  <a:pt x="7809672" y="824806"/>
                  <a:pt x="7904715" y="839722"/>
                </a:cubicBezTo>
                <a:cubicBezTo>
                  <a:pt x="7987854" y="852773"/>
                  <a:pt x="8069749" y="871897"/>
                  <a:pt x="8152984" y="884231"/>
                </a:cubicBezTo>
                <a:cubicBezTo>
                  <a:pt x="8206816" y="892215"/>
                  <a:pt x="8259405" y="908757"/>
                  <a:pt x="8312520" y="921713"/>
                </a:cubicBezTo>
                <a:cubicBezTo>
                  <a:pt x="8432901" y="951115"/>
                  <a:pt x="8551752" y="986063"/>
                  <a:pt x="8669838" y="1023497"/>
                </a:cubicBezTo>
                <a:cubicBezTo>
                  <a:pt x="8752164" y="1049600"/>
                  <a:pt x="8834155" y="1076612"/>
                  <a:pt x="8916290" y="1103193"/>
                </a:cubicBezTo>
                <a:cubicBezTo>
                  <a:pt x="8997086" y="1129392"/>
                  <a:pt x="9077882" y="1155495"/>
                  <a:pt x="9158582" y="1181837"/>
                </a:cubicBezTo>
                <a:cubicBezTo>
                  <a:pt x="9170631" y="1185758"/>
                  <a:pt x="9182295" y="1190778"/>
                  <a:pt x="9194151" y="1195272"/>
                </a:cubicBezTo>
                <a:lnTo>
                  <a:pt x="9195442" y="1176196"/>
                </a:lnTo>
                <a:cubicBezTo>
                  <a:pt x="9157005" y="1172037"/>
                  <a:pt x="9122774" y="1153870"/>
                  <a:pt x="9086535" y="1142539"/>
                </a:cubicBezTo>
                <a:cubicBezTo>
                  <a:pt x="8969213" y="1105822"/>
                  <a:pt x="8852466" y="1067193"/>
                  <a:pt x="8735431" y="1029377"/>
                </a:cubicBezTo>
                <a:cubicBezTo>
                  <a:pt x="8723384" y="1025505"/>
                  <a:pt x="8710954" y="1022732"/>
                  <a:pt x="8699049" y="1018477"/>
                </a:cubicBezTo>
                <a:cubicBezTo>
                  <a:pt x="8687671" y="1014461"/>
                  <a:pt x="8684467" y="1009393"/>
                  <a:pt x="8694890" y="998445"/>
                </a:cubicBezTo>
                <a:cubicBezTo>
                  <a:pt x="8713296" y="979083"/>
                  <a:pt x="8730221" y="958238"/>
                  <a:pt x="8746715" y="937155"/>
                </a:cubicBezTo>
                <a:cubicBezTo>
                  <a:pt x="8781997" y="891976"/>
                  <a:pt x="8779989" y="803770"/>
                  <a:pt x="8743989" y="758209"/>
                </a:cubicBezTo>
                <a:cubicBezTo>
                  <a:pt x="8715448" y="722113"/>
                  <a:pt x="8679448" y="691899"/>
                  <a:pt x="8658508" y="649732"/>
                </a:cubicBezTo>
                <a:cubicBezTo>
                  <a:pt x="8654971" y="642608"/>
                  <a:pt x="8648851" y="637493"/>
                  <a:pt x="8642541" y="647532"/>
                </a:cubicBezTo>
                <a:cubicBezTo>
                  <a:pt x="8609409" y="700313"/>
                  <a:pt x="8582446" y="754479"/>
                  <a:pt x="8599465" y="820120"/>
                </a:cubicBezTo>
                <a:cubicBezTo>
                  <a:pt x="8610126" y="861283"/>
                  <a:pt x="8642445" y="888151"/>
                  <a:pt x="8664867" y="921474"/>
                </a:cubicBezTo>
                <a:cubicBezTo>
                  <a:pt x="8671321" y="931035"/>
                  <a:pt x="8676006" y="950876"/>
                  <a:pt x="8692165" y="946143"/>
                </a:cubicBezTo>
                <a:cubicBezTo>
                  <a:pt x="8706460" y="941936"/>
                  <a:pt x="8703353" y="923338"/>
                  <a:pt x="8707655" y="910860"/>
                </a:cubicBezTo>
                <a:cubicBezTo>
                  <a:pt x="8714970" y="889490"/>
                  <a:pt x="8703687" y="869410"/>
                  <a:pt x="8702970" y="846223"/>
                </a:cubicBezTo>
                <a:cubicBezTo>
                  <a:pt x="8737823" y="892837"/>
                  <a:pt x="8718747" y="979800"/>
                  <a:pt x="8671082" y="1003082"/>
                </a:cubicBezTo>
                <a:cubicBezTo>
                  <a:pt x="8663815" y="1006620"/>
                  <a:pt x="8657504" y="1004851"/>
                  <a:pt x="8650476" y="1002604"/>
                </a:cubicBezTo>
                <a:cubicBezTo>
                  <a:pt x="8511880" y="958860"/>
                  <a:pt x="8371850" y="920039"/>
                  <a:pt x="8230242" y="887578"/>
                </a:cubicBezTo>
                <a:cubicBezTo>
                  <a:pt x="8132044" y="865108"/>
                  <a:pt x="8032889" y="846941"/>
                  <a:pt x="7933448" y="830112"/>
                </a:cubicBezTo>
                <a:cubicBezTo>
                  <a:pt x="7780988" y="804248"/>
                  <a:pt x="7627572" y="789045"/>
                  <a:pt x="7473390" y="781634"/>
                </a:cubicBezTo>
                <a:cubicBezTo>
                  <a:pt x="7394936" y="777858"/>
                  <a:pt x="7316244" y="781587"/>
                  <a:pt x="7237694" y="781921"/>
                </a:cubicBezTo>
                <a:cubicBezTo>
                  <a:pt x="7142795" y="782399"/>
                  <a:pt x="7049043" y="793730"/>
                  <a:pt x="6955386" y="804391"/>
                </a:cubicBezTo>
                <a:cubicBezTo>
                  <a:pt x="6871531" y="813953"/>
                  <a:pt x="6788631" y="831451"/>
                  <a:pt x="6705875" y="849522"/>
                </a:cubicBezTo>
                <a:cubicBezTo>
                  <a:pt x="6627040" y="866733"/>
                  <a:pt x="6549447" y="888056"/>
                  <a:pt x="6471567" y="908565"/>
                </a:cubicBezTo>
                <a:cubicBezTo>
                  <a:pt x="6414006" y="923721"/>
                  <a:pt x="6356828" y="940454"/>
                  <a:pt x="6299983" y="958286"/>
                </a:cubicBezTo>
                <a:cubicBezTo>
                  <a:pt x="6195761" y="990987"/>
                  <a:pt x="6091874" y="1024835"/>
                  <a:pt x="5988034" y="1058779"/>
                </a:cubicBezTo>
                <a:cubicBezTo>
                  <a:pt x="5973262" y="1063608"/>
                  <a:pt x="5956528" y="1079480"/>
                  <a:pt x="5944434" y="1070588"/>
                </a:cubicBezTo>
                <a:cubicBezTo>
                  <a:pt x="5930664" y="1060452"/>
                  <a:pt x="5945198" y="1041281"/>
                  <a:pt x="5947206" y="1026222"/>
                </a:cubicBezTo>
                <a:cubicBezTo>
                  <a:pt x="5957294" y="950015"/>
                  <a:pt x="5946537" y="876534"/>
                  <a:pt x="5916178" y="806734"/>
                </a:cubicBezTo>
                <a:cubicBezTo>
                  <a:pt x="5890028" y="746543"/>
                  <a:pt x="5840068" y="713125"/>
                  <a:pt x="5777582" y="696536"/>
                </a:cubicBezTo>
                <a:cubicBezTo>
                  <a:pt x="5719256" y="681046"/>
                  <a:pt x="5658253" y="677699"/>
                  <a:pt x="5601218" y="656329"/>
                </a:cubicBezTo>
                <a:cubicBezTo>
                  <a:pt x="5587736" y="651261"/>
                  <a:pt x="5574541" y="646146"/>
                  <a:pt x="5562158" y="638688"/>
                </a:cubicBezTo>
                <a:cubicBezTo>
                  <a:pt x="5552501" y="632855"/>
                  <a:pt x="5545712" y="635676"/>
                  <a:pt x="5547624" y="647198"/>
                </a:cubicBezTo>
                <a:cubicBezTo>
                  <a:pt x="5561298" y="728615"/>
                  <a:pt x="5569759" y="811802"/>
                  <a:pt x="5630428" y="876629"/>
                </a:cubicBezTo>
                <a:cubicBezTo>
                  <a:pt x="5666140" y="914780"/>
                  <a:pt x="5709024" y="937537"/>
                  <a:pt x="5760227" y="946382"/>
                </a:cubicBezTo>
                <a:cubicBezTo>
                  <a:pt x="5795414" y="952453"/>
                  <a:pt x="5830506" y="959529"/>
                  <a:pt x="5864019" y="972485"/>
                </a:cubicBezTo>
                <a:cubicBezTo>
                  <a:pt x="5872720" y="975832"/>
                  <a:pt x="5882664" y="983242"/>
                  <a:pt x="5890648" y="975449"/>
                </a:cubicBezTo>
                <a:cubicBezTo>
                  <a:pt x="5899301" y="966939"/>
                  <a:pt x="5896624" y="954318"/>
                  <a:pt x="5892751" y="943896"/>
                </a:cubicBezTo>
                <a:cubicBezTo>
                  <a:pt x="5876258" y="899721"/>
                  <a:pt x="5846186" y="866972"/>
                  <a:pt x="5806504" y="842207"/>
                </a:cubicBezTo>
                <a:cubicBezTo>
                  <a:pt x="5795604" y="835419"/>
                  <a:pt x="5781549" y="832789"/>
                  <a:pt x="5772083" y="819259"/>
                </a:cubicBezTo>
                <a:cubicBezTo>
                  <a:pt x="5908288" y="855307"/>
                  <a:pt x="5950217" y="954939"/>
                  <a:pt x="5920623" y="1074699"/>
                </a:cubicBezTo>
                <a:cubicBezTo>
                  <a:pt x="5917372" y="1087799"/>
                  <a:pt x="5906806" y="1089281"/>
                  <a:pt x="5897532" y="1092436"/>
                </a:cubicBezTo>
                <a:cubicBezTo>
                  <a:pt x="5812672" y="1121456"/>
                  <a:pt x="5728004" y="1150905"/>
                  <a:pt x="5642714" y="1178539"/>
                </a:cubicBezTo>
                <a:cubicBezTo>
                  <a:pt x="5510141" y="1221470"/>
                  <a:pt x="5377522" y="1264450"/>
                  <a:pt x="5243037" y="1300880"/>
                </a:cubicBezTo>
                <a:cubicBezTo>
                  <a:pt x="5155834" y="1324497"/>
                  <a:pt x="5067819" y="1345389"/>
                  <a:pt x="4979422" y="1363843"/>
                </a:cubicBezTo>
                <a:cubicBezTo>
                  <a:pt x="4952554" y="1369437"/>
                  <a:pt x="4923152" y="1371015"/>
                  <a:pt x="4896283" y="1375461"/>
                </a:cubicBezTo>
                <a:cubicBezTo>
                  <a:pt x="4863391" y="1380911"/>
                  <a:pt x="4830069" y="1390281"/>
                  <a:pt x="4796508" y="1394297"/>
                </a:cubicBezTo>
                <a:cubicBezTo>
                  <a:pt x="4734261" y="1401708"/>
                  <a:pt x="4671871" y="1408210"/>
                  <a:pt x="4609290" y="1411939"/>
                </a:cubicBezTo>
                <a:cubicBezTo>
                  <a:pt x="4496272" y="1418727"/>
                  <a:pt x="4383301" y="1415237"/>
                  <a:pt x="4270712" y="1403668"/>
                </a:cubicBezTo>
                <a:cubicBezTo>
                  <a:pt x="4220131" y="1398457"/>
                  <a:pt x="4169598" y="1392146"/>
                  <a:pt x="4119447" y="1383827"/>
                </a:cubicBezTo>
                <a:cubicBezTo>
                  <a:pt x="4013695" y="1366329"/>
                  <a:pt x="3908325" y="1345867"/>
                  <a:pt x="3804773" y="1318234"/>
                </a:cubicBezTo>
                <a:cubicBezTo>
                  <a:pt x="3742957" y="1301740"/>
                  <a:pt x="3680854" y="1285868"/>
                  <a:pt x="3619516" y="1267462"/>
                </a:cubicBezTo>
                <a:cubicBezTo>
                  <a:pt x="3579978" y="1255606"/>
                  <a:pt x="3540249" y="1244275"/>
                  <a:pt x="3500903" y="1231749"/>
                </a:cubicBezTo>
                <a:cubicBezTo>
                  <a:pt x="3406195" y="1201678"/>
                  <a:pt x="3311726" y="1170985"/>
                  <a:pt x="3217114" y="1140627"/>
                </a:cubicBezTo>
                <a:cubicBezTo>
                  <a:pt x="3099553" y="1102906"/>
                  <a:pt x="2982327" y="1064181"/>
                  <a:pt x="2864384" y="1027895"/>
                </a:cubicBezTo>
                <a:cubicBezTo>
                  <a:pt x="2726266" y="985441"/>
                  <a:pt x="2587144" y="945760"/>
                  <a:pt x="2445536" y="917123"/>
                </a:cubicBezTo>
                <a:cubicBezTo>
                  <a:pt x="2347625" y="897330"/>
                  <a:pt x="2249188" y="879307"/>
                  <a:pt x="2149220" y="869219"/>
                </a:cubicBezTo>
                <a:cubicBezTo>
                  <a:pt x="2066799" y="860900"/>
                  <a:pt x="1984378" y="853395"/>
                  <a:pt x="1901813" y="849522"/>
                </a:cubicBezTo>
                <a:cubicBezTo>
                  <a:pt x="1774882" y="843594"/>
                  <a:pt x="1647951" y="843929"/>
                  <a:pt x="1520781" y="849952"/>
                </a:cubicBezTo>
                <a:cubicBezTo>
                  <a:pt x="1392177" y="856024"/>
                  <a:pt x="1264385" y="868550"/>
                  <a:pt x="1136403" y="881458"/>
                </a:cubicBezTo>
                <a:cubicBezTo>
                  <a:pt x="1010906" y="894127"/>
                  <a:pt x="886796" y="914876"/>
                  <a:pt x="762781" y="936103"/>
                </a:cubicBezTo>
                <a:cubicBezTo>
                  <a:pt x="758191" y="930796"/>
                  <a:pt x="762351" y="926541"/>
                  <a:pt x="764263" y="922765"/>
                </a:cubicBezTo>
                <a:cubicBezTo>
                  <a:pt x="826079" y="803005"/>
                  <a:pt x="853091" y="674926"/>
                  <a:pt x="853521" y="541063"/>
                </a:cubicBezTo>
                <a:cubicBezTo>
                  <a:pt x="853999" y="387408"/>
                  <a:pt x="783769" y="276349"/>
                  <a:pt x="648567" y="203776"/>
                </a:cubicBezTo>
                <a:cubicBezTo>
                  <a:pt x="579819" y="166868"/>
                  <a:pt x="507676" y="136988"/>
                  <a:pt x="439215" y="99793"/>
                </a:cubicBezTo>
                <a:cubicBezTo>
                  <a:pt x="398673" y="77753"/>
                  <a:pt x="359996" y="52511"/>
                  <a:pt x="326244" y="20527"/>
                </a:cubicBezTo>
                <a:cubicBezTo>
                  <a:pt x="322228" y="16702"/>
                  <a:pt x="317925" y="13165"/>
                  <a:pt x="313718" y="9483"/>
                </a:cubicBezTo>
                <a:cubicBezTo>
                  <a:pt x="307694" y="4272"/>
                  <a:pt x="301766" y="-2278"/>
                  <a:pt x="292874" y="782"/>
                </a:cubicBezTo>
                <a:cubicBezTo>
                  <a:pt x="282882" y="4177"/>
                  <a:pt x="285368" y="13834"/>
                  <a:pt x="284842" y="21292"/>
                </a:cubicBezTo>
                <a:cubicBezTo>
                  <a:pt x="279726" y="94391"/>
                  <a:pt x="269543" y="167633"/>
                  <a:pt x="271073" y="240588"/>
                </a:cubicBezTo>
                <a:cubicBezTo>
                  <a:pt x="273942" y="375551"/>
                  <a:pt x="317686" y="494116"/>
                  <a:pt x="428553" y="581079"/>
                </a:cubicBezTo>
                <a:cubicBezTo>
                  <a:pt x="479947" y="621381"/>
                  <a:pt x="540807" y="643755"/>
                  <a:pt x="596743" y="675357"/>
                </a:cubicBezTo>
                <a:cubicBezTo>
                  <a:pt x="632121" y="695340"/>
                  <a:pt x="668121" y="713986"/>
                  <a:pt x="699674" y="739994"/>
                </a:cubicBezTo>
                <a:cubicBezTo>
                  <a:pt x="706893" y="745922"/>
                  <a:pt x="713921" y="754575"/>
                  <a:pt x="724678" y="749890"/>
                </a:cubicBezTo>
                <a:cubicBezTo>
                  <a:pt x="735961" y="744966"/>
                  <a:pt x="739594" y="734735"/>
                  <a:pt x="740980" y="722735"/>
                </a:cubicBezTo>
                <a:cubicBezTo>
                  <a:pt x="749299" y="649971"/>
                  <a:pt x="724200" y="586864"/>
                  <a:pt x="686192" y="527103"/>
                </a:cubicBezTo>
                <a:cubicBezTo>
                  <a:pt x="664965" y="493685"/>
                  <a:pt x="633794" y="469781"/>
                  <a:pt x="607213" y="441479"/>
                </a:cubicBezTo>
                <a:cubicBezTo>
                  <a:pt x="602289" y="436220"/>
                  <a:pt x="594209" y="431917"/>
                  <a:pt x="596074" y="422069"/>
                </a:cubicBezTo>
                <a:cubicBezTo>
                  <a:pt x="713491" y="489813"/>
                  <a:pt x="789458" y="588298"/>
                  <a:pt x="788406" y="722830"/>
                </a:cubicBezTo>
                <a:cubicBezTo>
                  <a:pt x="787785" y="800949"/>
                  <a:pt x="762207" y="870462"/>
                  <a:pt x="725108" y="937155"/>
                </a:cubicBezTo>
                <a:cubicBezTo>
                  <a:pt x="722048" y="942701"/>
                  <a:pt x="717220" y="943991"/>
                  <a:pt x="711483" y="945139"/>
                </a:cubicBezTo>
                <a:cubicBezTo>
                  <a:pt x="627340" y="961872"/>
                  <a:pt x="543102" y="977983"/>
                  <a:pt x="459246" y="995959"/>
                </a:cubicBezTo>
                <a:cubicBezTo>
                  <a:pt x="371470" y="1014748"/>
                  <a:pt x="284125" y="1035544"/>
                  <a:pt x="196540" y="1055098"/>
                </a:cubicBezTo>
                <a:cubicBezTo>
                  <a:pt x="140174" y="1067671"/>
                  <a:pt x="83617" y="1079384"/>
                  <a:pt x="27155" y="1091671"/>
                </a:cubicBezTo>
                <a:cubicBezTo>
                  <a:pt x="18454" y="1093583"/>
                  <a:pt x="9992" y="1094970"/>
                  <a:pt x="1339" y="1092006"/>
                </a:cubicBezTo>
                <a:lnTo>
                  <a:pt x="48" y="111108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4" name="Title 7">
            <a:extLst>
              <a:ext uri="{BFEE80CC-E5A4-4B55-820B-08835DC6E56C}">
                <a16:creationId xmlns:a16="http://schemas.microsoft.com/office/drawing/2010/main" id="{7A74A03B-8FDE-4C5B-8202-D1F826398F95}"/>
              </a:ext>
            </a:extLst>
          </p:cNvPr>
          <p:cNvSpPr>
            <a:spLocks noGrp="true"/>
          </p:cNvSpPr>
          <p:nvPr>
            <p:ph type="title"/>
          </p:nvPr>
        </p:nvSpPr>
        <p:spPr>
          <a:xfrm rot="0">
            <a:off x="762000" y="762000"/>
            <a:ext cx="7620000" cy="571500"/>
          </a:xfrm>
        </p:spPr>
        <p:txBody>
          <a:bodyPr anchor="b" rtlCol="0"/>
          <a:lstStyle>
            <a:lvl1pPr lvl="0"/>
          </a:lstStyle>
          <a:p>
            <a:pPr/>
            <a:r>
              <a:rPr dirty="0" lang="en-US"/>
              <a:t>Click to edit Master title style</a:t>
            </a:r>
            <a:endParaRPr dirty="0" lang="en-US"/>
          </a:p>
        </p:txBody>
      </p:sp>
      <p:sp>
        <p:nvSpPr>
          <p:cNvPr id="5" name="Content Placeholder 2">
            <a:extLst>
              <a:ext uri="{AD8BEAD2-805C-4F08-BB5C-633FFA192037}">
                <a16:creationId xmlns:a16="http://schemas.microsoft.com/office/drawing/2010/main" id="{F0A2CDBE-C7BA-4CF3-A55A-AE25EF8F0DA3}"/>
              </a:ext>
            </a:extLst>
          </p:cNvPr>
          <p:cNvSpPr>
            <a:spLocks noGrp="true"/>
          </p:cNvSpPr>
          <p:nvPr>
            <p:ph idx="1"/>
          </p:nvPr>
        </p:nvSpPr>
        <p:spPr>
          <a:xfrm rot="0">
            <a:off x="762000" y="1524000"/>
            <a:ext cx="7620000" cy="27622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6" name="Slide Number Placeholder 4">
            <a:extLst>
              <a:ext uri="{9B68B36A-021D-4C7E-B444-339E8CDC4C9F}">
                <a16:creationId xmlns:a16="http://schemas.microsoft.com/office/drawing/2010/main" id="{27037023-6A56-40D1-969B-A831B314D0B0}"/>
              </a:ext>
            </a:extLst>
          </p:cNvPr>
          <p:cNvSpPr>
            <a:spLocks noGrp="true"/>
          </p:cNvSpPr>
          <p:nvPr>
            <p:ph idx="12" sz="quarter" type="sldNum"/>
          </p:nvPr>
        </p:nvSpPr>
        <p:spPr/>
        <p:txBody>
          <a:bodyPr rtlCol="0"/>
          <a:lstStyle/>
          <a:p>
            <a:pPr/>
            <a:r>
              <a:rPr dirty="0" lang="en-US"/>
              <a:t>&lt;#&gt;</a:t>
            </a:r>
            <a:endParaRPr dirty="0" lang="en-US"/>
          </a:p>
        </p:txBody>
      </p:sp>
      <p:sp>
        <p:nvSpPr>
          <p:cNvPr hidden="false" id="7" name="Footer Placeholder 3">
            <a:extLst>
              <a:ext uri="{64F27381-DEC3-48B5-90C3-AD4361E485E4}">
                <a16:creationId xmlns:a16="http://schemas.microsoft.com/office/drawing/2010/main" id="{21FFBDFF-6C54-4A4D-921B-C50C867F2EF1}"/>
              </a:ext>
            </a:extLst>
          </p:cNvPr>
          <p:cNvSpPr>
            <a:spLocks noGrp="true"/>
          </p:cNvSpPr>
          <p:nvPr>
            <p:ph idx="11" sz="quarter" type="ftr"/>
          </p:nvPr>
        </p:nvSpPr>
        <p:spPr/>
        <p:txBody>
          <a:bodyPr rtlCol="0"/>
          <a:lstStyle/>
          <a:p>
            <a:pPr/>
            <a:r>
              <a:rPr dirty="0" lang="en-US"/>
              <a:t>Footer</a:t>
            </a:r>
            <a:endParaRPr dirty="0" lang="en-US"/>
          </a:p>
        </p:txBody>
      </p:sp>
      <p:sp>
        <p:nvSpPr>
          <p:cNvPr hidden="false" id="8" name="Date Placeholder 1">
            <a:extLst>
              <a:ext uri="{4D75F919-7705-4189-B16E-4833F0E8956F}">
                <a16:creationId xmlns:a16="http://schemas.microsoft.com/office/drawing/2010/main" id="{CB806B38-8E4B-4F74-A743-378DC17ECEA5}"/>
              </a:ext>
            </a:extLst>
          </p:cNvPr>
          <p:cNvSpPr>
            <a:spLocks noGrp="true"/>
          </p:cNvSpPr>
          <p:nvPr>
            <p:ph idx="10" sz="half" type="dt"/>
          </p:nvPr>
        </p:nvSpPr>
        <p:spPr/>
        <p:txBody>
          <a:bodyPr rtlCol="0"/>
          <a:lstStyle/>
          <a:p>
            <a:pPr/>
            <a:r>
              <a:rPr dirty="0" lang="en-US"/>
              <a:t>Date</a:t>
            </a:r>
            <a:endParaRPr dirty="0" lang="en-US"/>
          </a:p>
        </p:txBody>
      </p:sp>
      <p:sp>
        <p:nvSpPr>
          <p:cNvPr id="9" name="Freeform 10">
            <a:extLst>
              <a:ext uri="{9836349E-6F6F-405E-AA21-F4434B4566E0}">
                <a16:creationId xmlns:a16="http://schemas.microsoft.com/office/drawing/2010/main" id="{DF75D735-1EC0-4D03-8C70-7CEB573D0FAB}"/>
              </a:ext>
            </a:extLst>
          </p:cNvPr>
          <p:cNvSpPr/>
          <p:nvPr/>
        </p:nvSpPr>
        <p:spPr>
          <a:xfrm rot="240000">
            <a:off x="1457071" y="299670"/>
            <a:ext cx="513304" cy="50150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0" name="Freeform 11">
            <a:extLst>
              <a:ext uri="{50EA79C2-0729-45F5-AEAA-743877F30A5B}">
                <a16:creationId xmlns:a16="http://schemas.microsoft.com/office/drawing/2010/main" id="{DE7EDC9E-2B4F-4204-8F2D-FE310F91DADC}"/>
              </a:ext>
            </a:extLst>
          </p:cNvPr>
          <p:cNvSpPr/>
          <p:nvPr/>
        </p:nvSpPr>
        <p:spPr>
          <a:xfrm rot="240000">
            <a:off x="1353291" y="152205"/>
            <a:ext cx="402631" cy="28112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
        <p:nvSpPr>
          <p:cNvPr id="11" name="Freeform 14">
            <a:extLst>
              <a:ext uri="{A12F664A-0165-4DCE-B7BF-01F9E0339596}">
                <a16:creationId xmlns:a16="http://schemas.microsoft.com/office/drawing/2010/main" id="{63171174-7452-40D5-9356-0EAB83686EB6}"/>
              </a:ext>
            </a:extLst>
          </p:cNvPr>
          <p:cNvSpPr/>
          <p:nvPr/>
        </p:nvSpPr>
        <p:spPr>
          <a:xfrm rot="8940000">
            <a:off x="7319946" y="4469258"/>
            <a:ext cx="536530" cy="52419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2" name="Freeform 15">
            <a:extLst>
              <a:ext uri="{7D187D40-B9D5-4202-BDCA-FB364B944DC4}">
                <a16:creationId xmlns:a16="http://schemas.microsoft.com/office/drawing/2010/main" id="{7FC53A8E-EC3E-43B6-80D6-B438E62128B7}"/>
              </a:ext>
            </a:extLst>
          </p:cNvPr>
          <p:cNvSpPr/>
          <p:nvPr/>
        </p:nvSpPr>
        <p:spPr>
          <a:xfrm rot="8940000">
            <a:off x="7668495" y="4709643"/>
            <a:ext cx="420849" cy="29384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Tree>
    <p:extLst>
      <p:ext uri="{BCDF1295-7F54-4414-899F-5DCBAF64EF95}">
        <p14:creationId xmlns:p14="http://schemas.microsoft.com/office/powerpoint/2010/main" val="1784042247727"/>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secHead">
  <p:cSld name="Section Header">
    <p:spTree>
      <p:nvGrpSpPr>
        <p:cNvPr id="1" name=""/>
        <p:cNvGrpSpPr/>
        <p:nvPr/>
      </p:nvGrpSpPr>
      <p:grpSpPr>
        <a:xfrm>
          <a:off x="0" y="0"/>
          <a:ext cx="0" cy="0"/>
          <a:chOff x="0" y="0"/>
          <a:chExt cx="0" cy="0"/>
        </a:xfrm>
      </p:grpSpPr>
      <p:sp>
        <p:nvSpPr>
          <p:cNvPr id="2" name="Path_27094A4FF">
            <a:extLst>
              <a:ext uri="{D9A6E923-1488-4144-9790-EECC2158DC0D}">
                <a16:creationId xmlns:a16="http://schemas.microsoft.com/office/drawing/2010/main" id="{D2A24FBA-F590-4153-AB3B-696CEDA98E35}"/>
              </a:ext>
            </a:extLst>
          </p:cNvPr>
          <p:cNvSpPr/>
          <p:nvPr/>
        </p:nvSpPr>
        <p:spPr>
          <a:xfrm rot="0">
            <a:off x="6787678" y="803824"/>
            <a:ext cx="338801" cy="333280"/>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Path_2709546C2">
            <a:extLst>
              <a:ext uri="{97AA5CC3-8F2D-4391-88C1-F93F5E23888A}">
                <a16:creationId xmlns:a16="http://schemas.microsoft.com/office/drawing/2010/main" id="{53D0A70C-D0D3-4942-A08A-B7E995D1AAF5}"/>
              </a:ext>
            </a:extLst>
          </p:cNvPr>
          <p:cNvSpPr/>
          <p:nvPr/>
        </p:nvSpPr>
        <p:spPr>
          <a:xfrm rot="0">
            <a:off x="6705695" y="714978"/>
            <a:ext cx="263434" cy="178697"/>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4" name="Path_27094A4FF">
            <a:extLst>
              <a:ext uri="{89C13FBC-65B0-4ECE-9823-E090F212654F}">
                <a16:creationId xmlns:a16="http://schemas.microsoft.com/office/drawing/2010/main" id="{3C0C58F0-0DD6-4255-939A-142529B969DB}"/>
              </a:ext>
            </a:extLst>
          </p:cNvPr>
          <p:cNvSpPr/>
          <p:nvPr/>
        </p:nvSpPr>
        <p:spPr>
          <a:xfrm rot="0">
            <a:off x="7839562" y="2647722"/>
            <a:ext cx="213824" cy="210343"/>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5" name="Path_2709546C2">
            <a:extLst>
              <a:ext uri="{6DE5D895-1758-4549-AE30-96C025B3493E}">
                <a16:creationId xmlns:a16="http://schemas.microsoft.com/office/drawing/2010/main" id="{1B151EA8-7081-4617-974E-906637A4F42F}"/>
              </a:ext>
            </a:extLst>
          </p:cNvPr>
          <p:cNvSpPr/>
          <p:nvPr/>
        </p:nvSpPr>
        <p:spPr>
          <a:xfrm rot="0">
            <a:off x="7787821" y="2591649"/>
            <a:ext cx="166259" cy="112781"/>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6" name="Path_27096D8D5">
            <a:extLst>
              <a:ext uri="{076A5032-B305-4DE1-9235-25F597E2940B}">
                <a16:creationId xmlns:a16="http://schemas.microsoft.com/office/drawing/2010/main" id="{FFEA84E3-2751-4CF5-A244-BC8540D11210}"/>
              </a:ext>
            </a:extLst>
          </p:cNvPr>
          <p:cNvSpPr/>
          <p:nvPr/>
        </p:nvSpPr>
        <p:spPr>
          <a:xfrm rot="0">
            <a:off x="0" y="3918791"/>
            <a:ext cx="9145699" cy="1140402"/>
          </a:xfrm>
          <a:custGeom>
            <a:avLst/>
            <a:gdLst/>
            <a:ahLst/>
            <a:cxnLst/>
            <a:rect b="b" l="0" r="r" t="0"/>
            <a:pathLst>
              <a:path h="2280166" w="18286254">
                <a:moveTo>
                  <a:pt x="18286228" y="2248857"/>
                </a:moveTo>
                <a:quadBezTo>
                  <a:pt x="18006498" y="2167619"/>
                  <a:pt x="17726720" y="2086504"/>
                </a:quadBezTo>
                <a:cubicBezTo>
                  <a:pt x="17608610" y="2052528"/>
                  <a:pt x="17488710" y="2024096"/>
                  <a:pt x="17372296" y="1985148"/>
                </a:cubicBezTo>
                <a:cubicBezTo>
                  <a:pt x="17280856" y="1954563"/>
                  <a:pt x="17187978" y="1929951"/>
                  <a:pt x="17095118" y="1905957"/>
                </a:cubicBezTo>
                <a:cubicBezTo>
                  <a:pt x="16895378" y="1854303"/>
                  <a:pt x="16696573" y="1799154"/>
                  <a:pt x="16494224" y="1756872"/>
                </a:cubicBezTo>
                <a:cubicBezTo>
                  <a:pt x="16378524" y="1732698"/>
                  <a:pt x="16263213" y="1703884"/>
                  <a:pt x="16147008" y="1682120"/>
                </a:cubicBezTo>
                <a:cubicBezTo>
                  <a:pt x="16018316" y="1658012"/>
                  <a:pt x="15889785" y="1632485"/>
                  <a:pt x="15759656" y="1614721"/>
                </a:cubicBezTo>
                <a:cubicBezTo>
                  <a:pt x="15644565" y="1599014"/>
                  <a:pt x="15530312" y="1574973"/>
                  <a:pt x="15414765" y="1561324"/>
                </a:cubicBezTo>
                <a:cubicBezTo>
                  <a:pt x="15286055" y="1546084"/>
                  <a:pt x="15156733" y="1536187"/>
                  <a:pt x="15027888" y="1522128"/>
                </a:cubicBezTo>
                <a:cubicBezTo>
                  <a:pt x="14934953" y="1511994"/>
                  <a:pt x="14841969" y="1505279"/>
                  <a:pt x="14748492" y="1503421"/>
                </a:cubicBezTo>
                <a:cubicBezTo>
                  <a:pt x="14613865" y="1500745"/>
                  <a:pt x="14479344" y="1487486"/>
                  <a:pt x="14344632" y="1494353"/>
                </a:cubicBezTo>
                <a:cubicBezTo>
                  <a:pt x="14131348" y="1505221"/>
                  <a:pt x="13917911" y="1503431"/>
                  <a:pt x="13704637" y="1527796"/>
                </a:cubicBezTo>
                <a:cubicBezTo>
                  <a:pt x="13479713" y="1553513"/>
                  <a:pt x="13255933" y="1584079"/>
                  <a:pt x="13034401" y="1628637"/>
                </a:cubicBezTo>
                <a:cubicBezTo>
                  <a:pt x="12887629" y="1658164"/>
                  <a:pt x="12741307" y="1691092"/>
                  <a:pt x="12595385" y="1725544"/>
                </a:cubicBezTo>
                <a:cubicBezTo>
                  <a:pt x="12452557" y="1759272"/>
                  <a:pt x="12309805" y="1793705"/>
                  <a:pt x="12166999" y="1827633"/>
                </a:cubicBezTo>
                <a:cubicBezTo>
                  <a:pt x="12031744" y="1859770"/>
                  <a:pt x="11897688" y="1896775"/>
                  <a:pt x="11762700" y="1930008"/>
                </a:cubicBezTo>
                <a:cubicBezTo>
                  <a:pt x="11646189" y="1958688"/>
                  <a:pt x="11528251" y="1981900"/>
                  <a:pt x="11412504" y="2013285"/>
                </a:cubicBezTo>
                <a:cubicBezTo>
                  <a:pt x="11275077" y="2050556"/>
                  <a:pt x="11136279" y="2082246"/>
                  <a:pt x="10996927" y="2109735"/>
                </a:cubicBezTo>
                <a:quadBezTo>
                  <a:pt x="10748325" y="2158770"/>
                  <a:pt x="10498113" y="2200937"/>
                </a:quadBezTo>
                <a:cubicBezTo>
                  <a:pt x="10296859" y="2234465"/>
                  <a:pt x="10094414" y="2249124"/>
                  <a:pt x="9891760" y="2266879"/>
                </a:cubicBezTo>
                <a:cubicBezTo>
                  <a:pt x="9715279" y="2282944"/>
                  <a:pt x="9537773" y="2284444"/>
                  <a:pt x="9361046" y="2271365"/>
                </a:cubicBezTo>
                <a:cubicBezTo>
                  <a:pt x="9161449" y="2255906"/>
                  <a:pt x="8961872" y="2235856"/>
                  <a:pt x="8764343" y="2195089"/>
                </a:cubicBezTo>
                <a:quadBezTo>
                  <a:pt x="8550717" y="2150988"/>
                  <a:pt x="8340414" y="2095448"/>
                </a:quadBezTo>
                <a:cubicBezTo>
                  <a:pt x="8141980" y="2043365"/>
                  <a:pt x="7947412" y="1977585"/>
                  <a:pt x="7753769" y="1909177"/>
                </a:cubicBezTo>
                <a:cubicBezTo>
                  <a:pt x="7455760" y="1803887"/>
                  <a:pt x="7163819" y="1683501"/>
                  <a:pt x="6872154" y="1562305"/>
                </a:cubicBezTo>
                <a:cubicBezTo>
                  <a:pt x="6647716" y="1469036"/>
                  <a:pt x="6425165" y="1371071"/>
                  <a:pt x="6199336" y="1281317"/>
                </a:cubicBezTo>
                <a:cubicBezTo>
                  <a:pt x="5933456" y="1175590"/>
                  <a:pt x="5668994" y="1066338"/>
                  <a:pt x="5397494" y="974612"/>
                </a:cubicBezTo>
                <a:cubicBezTo>
                  <a:pt x="5220814" y="914910"/>
                  <a:pt x="5044497" y="854245"/>
                  <a:pt x="4864198" y="807268"/>
                </a:cubicBezTo>
                <a:cubicBezTo>
                  <a:pt x="4754394" y="778693"/>
                  <a:pt x="4644114" y="751070"/>
                  <a:pt x="4532509" y="728010"/>
                </a:cubicBezTo>
                <a:cubicBezTo>
                  <a:pt x="4366707" y="693720"/>
                  <a:pt x="4200134" y="666783"/>
                  <a:pt x="4032808" y="643238"/>
                </a:cubicBezTo>
                <a:cubicBezTo>
                  <a:pt x="3959323" y="632884"/>
                  <a:pt x="3884952" y="623835"/>
                  <a:pt x="3811352" y="620301"/>
                </a:cubicBezTo>
                <a:cubicBezTo>
                  <a:pt x="3602641" y="610224"/>
                  <a:pt x="3393757" y="588002"/>
                  <a:pt x="3184588" y="600080"/>
                </a:cubicBezTo>
                <a:cubicBezTo>
                  <a:pt x="2993612" y="611062"/>
                  <a:pt x="2802417" y="615491"/>
                  <a:pt x="2611441" y="632198"/>
                </a:cubicBezTo>
                <a:cubicBezTo>
                  <a:pt x="2444410" y="646809"/>
                  <a:pt x="2279018" y="673641"/>
                  <a:pt x="2111893" y="686824"/>
                </a:cubicBezTo>
                <a:cubicBezTo>
                  <a:pt x="2003774" y="695397"/>
                  <a:pt x="1896980" y="721114"/>
                  <a:pt x="1789690" y="739612"/>
                </a:cubicBezTo>
                <a:cubicBezTo>
                  <a:pt x="1546393" y="781645"/>
                  <a:pt x="1305439" y="834862"/>
                  <a:pt x="1065619" y="893193"/>
                </a:cubicBezTo>
                <a:cubicBezTo>
                  <a:pt x="898474" y="933836"/>
                  <a:pt x="731777" y="976336"/>
                  <a:pt x="564890" y="1018046"/>
                </a:cubicBezTo>
                <a:quadBezTo>
                  <a:pt x="318707" y="1079578"/>
                  <a:pt x="72571" y="1141338"/>
                </a:quadBezTo>
                <a:cubicBezTo>
                  <a:pt x="48101" y="1147510"/>
                  <a:pt x="24174" y="1155883"/>
                  <a:pt x="0" y="1163246"/>
                </a:cubicBezTo>
                <a:lnTo>
                  <a:pt x="0" y="1125146"/>
                </a:lnTo>
                <a:cubicBezTo>
                  <a:pt x="77010" y="1122117"/>
                  <a:pt x="147466" y="1090665"/>
                  <a:pt x="221047" y="1073053"/>
                </a:cubicBezTo>
                <a:cubicBezTo>
                  <a:pt x="459286" y="1016037"/>
                  <a:pt x="696601" y="955153"/>
                  <a:pt x="934317" y="895945"/>
                </a:cubicBezTo>
                <a:cubicBezTo>
                  <a:pt x="958787" y="889849"/>
                  <a:pt x="983847" y="886058"/>
                  <a:pt x="1008136" y="879277"/>
                </a:cubicBezTo>
                <a:cubicBezTo>
                  <a:pt x="1031300" y="872800"/>
                  <a:pt x="1038339" y="863256"/>
                  <a:pt x="1019175" y="840072"/>
                </a:cubicBezTo>
                <a:cubicBezTo>
                  <a:pt x="985257" y="799048"/>
                  <a:pt x="954405" y="755299"/>
                  <a:pt x="924535" y="711170"/>
                </a:cubicBezTo>
                <a:cubicBezTo>
                  <a:pt x="860536" y="616558"/>
                  <a:pt x="876595" y="441498"/>
                  <a:pt x="954348" y="355887"/>
                </a:cubicBezTo>
                <a:cubicBezTo>
                  <a:pt x="1015984" y="287993"/>
                  <a:pt x="1091698" y="232863"/>
                  <a:pt x="1139076" y="151919"/>
                </a:cubicBezTo>
                <a:cubicBezTo>
                  <a:pt x="1147086" y="138251"/>
                  <a:pt x="1159935" y="128907"/>
                  <a:pt x="1171080" y="149681"/>
                </a:cubicBezTo>
                <a:cubicBezTo>
                  <a:pt x="1229744" y="259113"/>
                  <a:pt x="1275940" y="370413"/>
                  <a:pt x="1233135" y="498553"/>
                </a:cubicBezTo>
                <a:cubicBezTo>
                  <a:pt x="1206294" y="578925"/>
                  <a:pt x="1138466" y="627960"/>
                  <a:pt x="1089365" y="691091"/>
                </a:cubicBezTo>
                <a:cubicBezTo>
                  <a:pt x="1075239" y="709246"/>
                  <a:pt x="1063190" y="748060"/>
                  <a:pt x="1031758" y="736402"/>
                </a:cubicBezTo>
                <a:cubicBezTo>
                  <a:pt x="1003935" y="726086"/>
                  <a:pt x="1012612" y="689577"/>
                  <a:pt x="1005811" y="664193"/>
                </a:cubicBezTo>
                <a:cubicBezTo>
                  <a:pt x="994143" y="620711"/>
                  <a:pt x="1019385" y="582382"/>
                  <a:pt x="1023976" y="536396"/>
                </a:cubicBezTo>
                <a:cubicBezTo>
                  <a:pt x="948357" y="624292"/>
                  <a:pt x="974379" y="799743"/>
                  <a:pt x="1065981" y="852550"/>
                </a:cubicBezTo>
                <a:cubicBezTo>
                  <a:pt x="1079964" y="860608"/>
                  <a:pt x="1092775" y="857893"/>
                  <a:pt x="1107024" y="854455"/>
                </a:cubicBezTo>
                <a:cubicBezTo>
                  <a:pt x="1388488" y="786427"/>
                  <a:pt x="1672104" y="728267"/>
                  <a:pt x="1958026" y="683100"/>
                </a:cubicBezTo>
                <a:cubicBezTo>
                  <a:pt x="2156270" y="651782"/>
                  <a:pt x="2355809" y="629245"/>
                  <a:pt x="2555777" y="609291"/>
                </a:cubicBezTo>
                <a:cubicBezTo>
                  <a:pt x="2861849" y="579657"/>
                  <a:pt x="3169425" y="568425"/>
                  <a:pt x="3476845" y="575659"/>
                </a:cubicBezTo>
                <a:cubicBezTo>
                  <a:pt x="3633302" y="578858"/>
                  <a:pt x="3789207" y="596937"/>
                  <a:pt x="3945303" y="608395"/>
                </a:cubicBezTo>
                <a:cubicBezTo>
                  <a:pt x="4133898" y="622245"/>
                  <a:pt x="4318683" y="657535"/>
                  <a:pt x="4503335" y="691520"/>
                </a:cubicBezTo>
                <a:cubicBezTo>
                  <a:pt x="4668660" y="721943"/>
                  <a:pt x="4831109" y="767996"/>
                  <a:pt x="4993120" y="815212"/>
                </a:cubicBezTo>
                <a:cubicBezTo>
                  <a:pt x="5147473" y="860198"/>
                  <a:pt x="5298825" y="913081"/>
                  <a:pt x="5450806" y="964478"/>
                </a:cubicBezTo>
                <a:cubicBezTo>
                  <a:pt x="5563201" y="1002473"/>
                  <a:pt x="5674568" y="1043535"/>
                  <a:pt x="5785028" y="1086722"/>
                </a:cubicBezTo>
                <a:cubicBezTo>
                  <a:pt x="5987730" y="1165960"/>
                  <a:pt x="6189594" y="1247361"/>
                  <a:pt x="6391352" y="1328981"/>
                </a:cubicBezTo>
                <a:cubicBezTo>
                  <a:pt x="6420080" y="1340601"/>
                  <a:pt x="6451170" y="1374443"/>
                  <a:pt x="6476439" y="1358384"/>
                </a:cubicBezTo>
                <a:cubicBezTo>
                  <a:pt x="6505223" y="1340087"/>
                  <a:pt x="6478887" y="1300006"/>
                  <a:pt x="6476972" y="1269802"/>
                </a:cubicBezTo>
                <a:cubicBezTo>
                  <a:pt x="6467016" y="1120109"/>
                  <a:pt x="6498712" y="970584"/>
                  <a:pt x="6568546" y="837805"/>
                </a:cubicBezTo>
                <a:cubicBezTo>
                  <a:pt x="6628744" y="721762"/>
                  <a:pt x="6732557" y="662126"/>
                  <a:pt x="6859058" y="637666"/>
                </a:cubicBezTo>
                <a:cubicBezTo>
                  <a:pt x="6977082" y="614806"/>
                  <a:pt x="7098850" y="616530"/>
                  <a:pt x="7215055" y="581735"/>
                </a:cubicBezTo>
                <a:cubicBezTo>
                  <a:pt x="7242585" y="574317"/>
                  <a:pt x="7269369" y="564369"/>
                  <a:pt x="7295066" y="552017"/>
                </a:cubicBezTo>
                <a:cubicBezTo>
                  <a:pt x="7315068" y="541768"/>
                  <a:pt x="7328212" y="548273"/>
                  <a:pt x="7322802" y="570905"/>
                </a:cubicBezTo>
                <a:cubicBezTo>
                  <a:pt x="7284559" y="730925"/>
                  <a:pt x="7256366" y="895041"/>
                  <a:pt x="7126959" y="1015608"/>
                </a:cubicBezTo>
                <a:cubicBezTo>
                  <a:pt x="7053922" y="1084877"/>
                  <a:pt x="6959662" y="1127496"/>
                  <a:pt x="6859411" y="1136576"/>
                </a:cubicBezTo>
                <a:cubicBezTo>
                  <a:pt x="6788650" y="1143872"/>
                  <a:pt x="6717974" y="1153159"/>
                  <a:pt x="6649547" y="1174285"/>
                </a:cubicBezTo>
                <a:cubicBezTo>
                  <a:pt x="6631811" y="1179762"/>
                  <a:pt x="6610980" y="1193145"/>
                  <a:pt x="6596207" y="1176571"/>
                </a:cubicBezTo>
                <a:cubicBezTo>
                  <a:pt x="6580129" y="1158521"/>
                  <a:pt x="6587168" y="1133775"/>
                  <a:pt x="6596340" y="1113535"/>
                </a:cubicBezTo>
                <a:cubicBezTo>
                  <a:pt x="6635107" y="1027971"/>
                  <a:pt x="6699353" y="966992"/>
                  <a:pt x="6781630" y="923130"/>
                </a:cubicBezTo>
                <a:cubicBezTo>
                  <a:pt x="6804195" y="911100"/>
                  <a:pt x="6832494" y="907842"/>
                  <a:pt x="6853200" y="882172"/>
                </a:cubicBezTo>
                <a:cubicBezTo>
                  <a:pt x="6577509" y="935236"/>
                  <a:pt x="6480650" y="1127584"/>
                  <a:pt x="6523140" y="1369652"/>
                </a:cubicBezTo>
                <a:cubicBezTo>
                  <a:pt x="6527779" y="1396103"/>
                  <a:pt x="6548639" y="1400523"/>
                  <a:pt x="6566584" y="1408067"/>
                </a:cubicBezTo>
                <a:cubicBezTo>
                  <a:pt x="6731262" y="1477295"/>
                  <a:pt x="6895596" y="1547399"/>
                  <a:pt x="7061369" y="1613931"/>
                </a:cubicBezTo>
                <a:cubicBezTo>
                  <a:pt x="7318924" y="1717362"/>
                  <a:pt x="7576662" y="1820832"/>
                  <a:pt x="7839075" y="1911577"/>
                </a:cubicBezTo>
                <a:quadBezTo>
                  <a:pt x="8094164" y="1999807"/>
                  <a:pt x="8354454" y="2072693"/>
                </a:quadBezTo>
                <a:cubicBezTo>
                  <a:pt x="8407127" y="2087504"/>
                  <a:pt x="8465353" y="2094600"/>
                  <a:pt x="8518074" y="2107078"/>
                </a:cubicBezTo>
                <a:cubicBezTo>
                  <a:pt x="8582701" y="2122365"/>
                  <a:pt x="8647614" y="2145540"/>
                  <a:pt x="8713823" y="2158075"/>
                </a:cubicBezTo>
                <a:cubicBezTo>
                  <a:pt x="8836485" y="2181306"/>
                  <a:pt x="8959711" y="2202709"/>
                  <a:pt x="9083497" y="2218692"/>
                </a:cubicBezTo>
                <a:cubicBezTo>
                  <a:pt x="9307009" y="2246878"/>
                  <a:pt x="9532446" y="2256815"/>
                  <a:pt x="9757572" y="2248401"/>
                </a:cubicBezTo>
                <a:cubicBezTo>
                  <a:pt x="9858813" y="2244952"/>
                  <a:pt x="9960140" y="2239256"/>
                  <a:pt x="10060952" y="2229579"/>
                </a:cubicBezTo>
                <a:cubicBezTo>
                  <a:pt x="10273560" y="2209176"/>
                  <a:pt x="10485767" y="2182907"/>
                  <a:pt x="10695317" y="2142035"/>
                </a:cubicBezTo>
                <a:cubicBezTo>
                  <a:pt x="10820428" y="2117641"/>
                  <a:pt x="10946015" y="2094572"/>
                  <a:pt x="11070459" y="2066397"/>
                </a:cubicBezTo>
                <a:cubicBezTo>
                  <a:pt x="11150708" y="2048223"/>
                  <a:pt x="11231203" y="2031069"/>
                  <a:pt x="11311127" y="2011571"/>
                </a:cubicBezTo>
                <a:cubicBezTo>
                  <a:pt x="11503447" y="1964679"/>
                  <a:pt x="11695460" y="1916588"/>
                  <a:pt x="11887647" y="1869153"/>
                </a:cubicBezTo>
                <a:cubicBezTo>
                  <a:pt x="12126419" y="1810203"/>
                  <a:pt x="12364705" y="1749138"/>
                  <a:pt x="12604164" y="1693169"/>
                </a:cubicBezTo>
                <a:cubicBezTo>
                  <a:pt x="12884465" y="1627609"/>
                  <a:pt x="13166396" y="1567687"/>
                  <a:pt x="13451747" y="1530092"/>
                </a:cubicBezTo>
                <a:cubicBezTo>
                  <a:pt x="13649095" y="1504089"/>
                  <a:pt x="13847215" y="1481695"/>
                  <a:pt x="14047220" y="1475209"/>
                </a:cubicBezTo>
                <a:cubicBezTo>
                  <a:pt x="14212156" y="1469865"/>
                  <a:pt x="14377005" y="1466179"/>
                  <a:pt x="14541701" y="1469770"/>
                </a:cubicBezTo>
                <a:quadBezTo>
                  <a:pt x="14921348" y="1478038"/>
                  <a:pt x="15298995" y="1522510"/>
                </a:quadBezTo>
                <a:cubicBezTo>
                  <a:pt x="15553771" y="1552123"/>
                  <a:pt x="15806097" y="1594376"/>
                  <a:pt x="16058661" y="1637534"/>
                </a:cubicBezTo>
                <a:cubicBezTo>
                  <a:pt x="16306312" y="1679863"/>
                  <a:pt x="16550247" y="1738013"/>
                  <a:pt x="16793838" y="1797059"/>
                </a:cubicBezTo>
                <a:cubicBezTo>
                  <a:pt x="16803706" y="1787124"/>
                  <a:pt x="16796010" y="1778104"/>
                  <a:pt x="16792678" y="1770389"/>
                </a:cubicBezTo>
                <a:cubicBezTo>
                  <a:pt x="16686112" y="1523948"/>
                  <a:pt x="16649803" y="1265649"/>
                  <a:pt x="16667252" y="999568"/>
                </a:cubicBezTo>
                <a:cubicBezTo>
                  <a:pt x="16687255" y="694092"/>
                  <a:pt x="16842008" y="482913"/>
                  <a:pt x="17120642" y="357126"/>
                </a:cubicBezTo>
                <a:cubicBezTo>
                  <a:pt x="17262346" y="293147"/>
                  <a:pt x="17409764" y="243607"/>
                  <a:pt x="17550972" y="179009"/>
                </a:cubicBezTo>
                <a:cubicBezTo>
                  <a:pt x="17635290" y="142099"/>
                  <a:pt x="17714422" y="94323"/>
                  <a:pt x="17786354" y="36896"/>
                </a:cubicBezTo>
                <a:cubicBezTo>
                  <a:pt x="17794926" y="29857"/>
                  <a:pt x="17803890" y="23351"/>
                  <a:pt x="17812718" y="16674"/>
                </a:cubicBezTo>
                <a:cubicBezTo>
                  <a:pt x="17825358" y="7092"/>
                  <a:pt x="17838056" y="-5043"/>
                  <a:pt x="17855372" y="2206"/>
                </a:cubicBezTo>
                <a:cubicBezTo>
                  <a:pt x="17874802" y="10330"/>
                  <a:pt x="17868486" y="29180"/>
                  <a:pt x="17868516" y="44030"/>
                </a:cubicBezTo>
                <a:cubicBezTo>
                  <a:pt x="17868764" y="190029"/>
                  <a:pt x="17878994" y="336981"/>
                  <a:pt x="17865974" y="481827"/>
                </a:cubicBezTo>
                <a:cubicBezTo>
                  <a:pt x="17841866" y="749718"/>
                  <a:pt x="17738748" y="979432"/>
                  <a:pt x="17506538" y="1137147"/>
                </a:cubicBezTo>
                <a:cubicBezTo>
                  <a:pt x="17398906" y="1210252"/>
                  <a:pt x="17274890" y="1246456"/>
                  <a:pt x="17159380" y="1301616"/>
                </a:cubicBezTo>
                <a:cubicBezTo>
                  <a:pt x="17086324" y="1336496"/>
                  <a:pt x="17012278" y="1368710"/>
                  <a:pt x="16946020" y="1416020"/>
                </a:cubicBezTo>
                <a:cubicBezTo>
                  <a:pt x="16930894" y="1426822"/>
                  <a:pt x="16915722" y="1443033"/>
                  <a:pt x="16894986" y="1432213"/>
                </a:cubicBezTo>
                <a:cubicBezTo>
                  <a:pt x="16873220" y="1420878"/>
                  <a:pt x="16867418" y="1400037"/>
                  <a:pt x="16866324" y="1376015"/>
                </a:cubicBezTo>
                <a:cubicBezTo>
                  <a:pt x="16859658" y="1230283"/>
                  <a:pt x="16918216" y="1108258"/>
                  <a:pt x="17001846" y="994587"/>
                </a:cubicBezTo>
                <a:cubicBezTo>
                  <a:pt x="17048586" y="931065"/>
                  <a:pt x="17113822" y="887754"/>
                  <a:pt x="17170544" y="835129"/>
                </a:cubicBezTo>
                <a:cubicBezTo>
                  <a:pt x="17181022" y="825356"/>
                  <a:pt x="17197690" y="817870"/>
                  <a:pt x="17195308" y="798067"/>
                </a:cubicBezTo>
                <a:cubicBezTo>
                  <a:pt x="16952716" y="916739"/>
                  <a:pt x="16788230" y="1102124"/>
                  <a:pt x="16772047" y="1369643"/>
                </a:cubicBezTo>
                <a:cubicBezTo>
                  <a:pt x="16762655" y="1525025"/>
                  <a:pt x="16804030" y="1666633"/>
                  <a:pt x="16868696" y="1804307"/>
                </a:cubicBezTo>
                <a:cubicBezTo>
                  <a:pt x="16873970" y="1814109"/>
                  <a:pt x="16883686" y="1820730"/>
                  <a:pt x="16894738" y="1822052"/>
                </a:cubicBezTo>
                <a:cubicBezTo>
                  <a:pt x="17059662" y="1866772"/>
                  <a:pt x="17224930" y="1910330"/>
                  <a:pt x="17389180" y="1957450"/>
                </a:cubicBezTo>
                <a:cubicBezTo>
                  <a:pt x="17561070" y="2006771"/>
                  <a:pt x="17731824" y="2060044"/>
                  <a:pt x="17903322" y="2110803"/>
                </a:cubicBezTo>
                <a:cubicBezTo>
                  <a:pt x="18013658" y="2143435"/>
                  <a:pt x="18124482" y="2174430"/>
                  <a:pt x="18234972" y="2206567"/>
                </a:cubicBezTo>
                <a:cubicBezTo>
                  <a:pt x="18251330" y="2212776"/>
                  <a:pt x="18269110" y="2214219"/>
                  <a:pt x="18286254" y="2210730"/>
                </a:cubicBez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7" name="Path_27097DB47">
            <a:extLst>
              <a:ext uri="{93035765-F904-4E1D-B17D-B68944F8B1C8}">
                <a16:creationId xmlns:a16="http://schemas.microsoft.com/office/drawing/2010/main" id="{9FE3113C-19CB-47D1-9D0A-29DA006283CA}"/>
              </a:ext>
            </a:extLst>
          </p:cNvPr>
          <p:cNvSpPr/>
          <p:nvPr/>
        </p:nvSpPr>
        <p:spPr>
          <a:xfrm rot="0">
            <a:off x="7979624" y="3944545"/>
            <a:ext cx="633001" cy="347909"/>
          </a:xfrm>
          <a:custGeom>
            <a:avLst/>
            <a:gdLst/>
            <a:ahLst/>
            <a:cxnLst/>
            <a:rect b="b" l="0" r="r" t="0"/>
            <a:pathLst>
              <a:path h="695624" w="1265647">
                <a:moveTo>
                  <a:pt x="695968" y="327844"/>
                </a:moveTo>
                <a:quadBezTo>
                  <a:pt x="795847" y="347304"/>
                  <a:pt x="895736" y="366811"/>
                </a:quadBezTo>
                <a:cubicBezTo>
                  <a:pt x="931341" y="373840"/>
                  <a:pt x="933027" y="386537"/>
                  <a:pt x="905833" y="410683"/>
                </a:cubicBezTo>
                <a:cubicBezTo>
                  <a:pt x="825604" y="481930"/>
                  <a:pt x="757939" y="562864"/>
                  <a:pt x="722000" y="666201"/>
                </a:cubicBezTo>
                <a:cubicBezTo>
                  <a:pt x="712989" y="692166"/>
                  <a:pt x="693968" y="696509"/>
                  <a:pt x="669422" y="695490"/>
                </a:cubicBezTo>
                <a:cubicBezTo>
                  <a:pt x="549741" y="690509"/>
                  <a:pt x="450109" y="636892"/>
                  <a:pt x="359859" y="564578"/>
                </a:cubicBezTo>
                <a:cubicBezTo>
                  <a:pt x="247997" y="473574"/>
                  <a:pt x="157160" y="359432"/>
                  <a:pt x="93588" y="229994"/>
                </a:cubicBezTo>
                <a:cubicBezTo>
                  <a:pt x="68604" y="180597"/>
                  <a:pt x="39649" y="133210"/>
                  <a:pt x="12540" y="84880"/>
                </a:cubicBezTo>
                <a:cubicBezTo>
                  <a:pt x="5730" y="72727"/>
                  <a:pt x="-6015" y="60706"/>
                  <a:pt x="3692" y="45895"/>
                </a:cubicBezTo>
                <a:cubicBezTo>
                  <a:pt x="13274" y="31274"/>
                  <a:pt x="28752" y="34941"/>
                  <a:pt x="42678" y="38275"/>
                </a:cubicBezTo>
                <a:cubicBezTo>
                  <a:pt x="176837" y="70536"/>
                  <a:pt x="310482" y="56934"/>
                  <a:pt x="442832" y="29607"/>
                </a:cubicBezTo>
                <a:cubicBezTo>
                  <a:pt x="669985" y="-17294"/>
                  <a:pt x="892289" y="-14484"/>
                  <a:pt x="1107678" y="81994"/>
                </a:cubicBezTo>
                <a:cubicBezTo>
                  <a:pt x="1154082" y="102489"/>
                  <a:pt x="1198182" y="127846"/>
                  <a:pt x="1239237" y="157642"/>
                </a:cubicBezTo>
                <a:cubicBezTo>
                  <a:pt x="1277042" y="185369"/>
                  <a:pt x="1274099" y="199781"/>
                  <a:pt x="1231437" y="217754"/>
                </a:cubicBezTo>
                <a:cubicBezTo>
                  <a:pt x="1162452" y="245504"/>
                  <a:pt x="1095802" y="278735"/>
                  <a:pt x="1032124" y="317128"/>
                </a:cubicBezTo>
                <a:cubicBezTo>
                  <a:pt x="1009640" y="332195"/>
                  <a:pt x="981374" y="335798"/>
                  <a:pt x="955829" y="326853"/>
                </a:cubicBezTo>
                <a:cubicBezTo>
                  <a:pt x="870275" y="301698"/>
                  <a:pt x="783874" y="310985"/>
                  <a:pt x="695987" y="327806"/>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8" name="Path_27098CDE7">
            <a:extLst>
              <a:ext uri="{05B7C1A6-9A1B-4EF7-B05F-101CAFADD9D6}">
                <a16:creationId xmlns:a16="http://schemas.microsoft.com/office/drawing/2010/main" id="{EC7DD463-B7CA-4928-9348-4EBFABAEFC5F}"/>
              </a:ext>
            </a:extLst>
          </p:cNvPr>
          <p:cNvSpPr/>
          <p:nvPr/>
        </p:nvSpPr>
        <p:spPr>
          <a:xfrm rot="0">
            <a:off x="3140512" y="4082356"/>
            <a:ext cx="329588" cy="222888"/>
          </a:xfrm>
          <a:custGeom>
            <a:avLst/>
            <a:gdLst/>
            <a:ahLst/>
            <a:cxnLst/>
            <a:rect b="b" l="0" r="r" t="0"/>
            <a:pathLst>
              <a:path h="445652" w="658992">
                <a:moveTo>
                  <a:pt x="349104" y="257584"/>
                </a:moveTo>
                <a:cubicBezTo>
                  <a:pt x="370059" y="268185"/>
                  <a:pt x="391185" y="278615"/>
                  <a:pt x="412064" y="289445"/>
                </a:cubicBezTo>
                <a:cubicBezTo>
                  <a:pt x="439505" y="303676"/>
                  <a:pt x="443982" y="316991"/>
                  <a:pt x="413664" y="335413"/>
                </a:cubicBezTo>
                <a:cubicBezTo>
                  <a:pt x="370478" y="361664"/>
                  <a:pt x="327272" y="388619"/>
                  <a:pt x="299526" y="433463"/>
                </a:cubicBezTo>
                <a:cubicBezTo>
                  <a:pt x="288868" y="450684"/>
                  <a:pt x="273466" y="446227"/>
                  <a:pt x="257378" y="440750"/>
                </a:cubicBezTo>
                <a:cubicBezTo>
                  <a:pt x="201048" y="421566"/>
                  <a:pt x="159480" y="382390"/>
                  <a:pt x="124028" y="337642"/>
                </a:cubicBezTo>
                <a:cubicBezTo>
                  <a:pt x="52143" y="246840"/>
                  <a:pt x="31636" y="134759"/>
                  <a:pt x="1394" y="26917"/>
                </a:cubicBezTo>
                <a:cubicBezTo>
                  <a:pt x="-3625" y="9048"/>
                  <a:pt x="5252" y="-5916"/>
                  <a:pt x="22521" y="2324"/>
                </a:cubicBezTo>
                <a:cubicBezTo>
                  <a:pt x="153013" y="64560"/>
                  <a:pt x="300736" y="41376"/>
                  <a:pt x="434172" y="87391"/>
                </a:cubicBezTo>
                <a:cubicBezTo>
                  <a:pt x="516556" y="116815"/>
                  <a:pt x="590133" y="166646"/>
                  <a:pt x="648028" y="232228"/>
                </a:cubicBezTo>
                <a:cubicBezTo>
                  <a:pt x="666068" y="251917"/>
                  <a:pt x="661535" y="260632"/>
                  <a:pt x="636712" y="266442"/>
                </a:cubicBezTo>
                <a:cubicBezTo>
                  <a:pt x="593707" y="276510"/>
                  <a:pt x="549082" y="278158"/>
                  <a:pt x="506973" y="293417"/>
                </a:cubicBezTo>
                <a:cubicBezTo>
                  <a:pt x="489647" y="299684"/>
                  <a:pt x="473807" y="285568"/>
                  <a:pt x="458548" y="277691"/>
                </a:cubicBezTo>
                <a:cubicBezTo>
                  <a:pt x="424506" y="260137"/>
                  <a:pt x="388911" y="249573"/>
                  <a:pt x="349077" y="257584"/>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9" name="Path_27099BEFB">
            <a:extLst>
              <a:ext uri="{F89D905A-BB73-4A8C-9D28-B615EEB527BC}">
                <a16:creationId xmlns:a16="http://schemas.microsoft.com/office/drawing/2010/main" id="{F8B23B14-DA27-4DB2-A9EA-16C34EFC9991}"/>
              </a:ext>
            </a:extLst>
          </p:cNvPr>
          <p:cNvSpPr/>
          <p:nvPr/>
        </p:nvSpPr>
        <p:spPr>
          <a:xfrm rot="0">
            <a:off x="272370" y="4061883"/>
            <a:ext cx="213603" cy="138484"/>
          </a:xfrm>
          <a:custGeom>
            <a:avLst/>
            <a:gdLst/>
            <a:ahLst/>
            <a:cxnLst/>
            <a:rect b="b" l="0" r="r" t="0"/>
            <a:pathLst>
              <a:path h="276891" w="427086">
                <a:moveTo>
                  <a:pt x="291222" y="126952"/>
                </a:moveTo>
                <a:cubicBezTo>
                  <a:pt x="343324" y="125532"/>
                  <a:pt x="343076" y="125456"/>
                  <a:pt x="328179" y="174015"/>
                </a:cubicBezTo>
                <a:cubicBezTo>
                  <a:pt x="325114" y="184635"/>
                  <a:pt x="323248" y="195564"/>
                  <a:pt x="322616" y="206600"/>
                </a:cubicBezTo>
                <a:cubicBezTo>
                  <a:pt x="318387" y="264978"/>
                  <a:pt x="303395" y="282180"/>
                  <a:pt x="243625" y="275551"/>
                </a:cubicBezTo>
                <a:cubicBezTo>
                  <a:pt x="153776" y="265578"/>
                  <a:pt x="72871" y="232241"/>
                  <a:pt x="10853" y="162613"/>
                </a:cubicBezTo>
                <a:cubicBezTo>
                  <a:pt x="3634" y="154498"/>
                  <a:pt x="-7777" y="140706"/>
                  <a:pt x="7748" y="136086"/>
                </a:cubicBezTo>
                <a:cubicBezTo>
                  <a:pt x="108266" y="105863"/>
                  <a:pt x="182561" y="19652"/>
                  <a:pt x="289098" y="4241"/>
                </a:cubicBezTo>
                <a:cubicBezTo>
                  <a:pt x="326866" y="81"/>
                  <a:pt x="364909" y="-1022"/>
                  <a:pt x="402855" y="945"/>
                </a:cubicBezTo>
                <a:cubicBezTo>
                  <a:pt x="427991" y="1422"/>
                  <a:pt x="434973" y="16500"/>
                  <a:pt x="417142" y="34511"/>
                </a:cubicBezTo>
                <a:cubicBezTo>
                  <a:pt x="390310" y="61601"/>
                  <a:pt x="372956" y="101425"/>
                  <a:pt x="326655" y="104511"/>
                </a:cubicBezTo>
                <a:cubicBezTo>
                  <a:pt x="311778" y="105437"/>
                  <a:pt x="298406" y="113901"/>
                  <a:pt x="291203" y="126952"/>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10" name="Path_27090A98D">
            <a:extLst>
              <a:ext uri="{063259D9-FF51-4DC0-A176-72F3C2364EDA}">
                <a16:creationId xmlns:a16="http://schemas.microsoft.com/office/drawing/2010/main" id="{1E326A47-2752-4825-8A63-B60942D912B1}"/>
              </a:ext>
            </a:extLst>
          </p:cNvPr>
          <p:cNvSpPr/>
          <p:nvPr/>
        </p:nvSpPr>
        <p:spPr>
          <a:xfrm rot="0">
            <a:off x="1039101" y="1024947"/>
            <a:ext cx="944940" cy="1086397"/>
          </a:xfrm>
          <a:custGeom>
            <a:avLst/>
            <a:gdLst/>
            <a:ahLst/>
            <a:cxnLst/>
            <a:rect b="b" l="0" r="r" t="0"/>
            <a:pathLst>
              <a:path h="2182152" w="1898014">
                <a:moveTo>
                  <a:pt x="15579" y="2178282"/>
                </a:moveTo>
                <a:cubicBezTo>
                  <a:pt x="8254" y="2184950"/>
                  <a:pt x="3816" y="2182730"/>
                  <a:pt x="1615" y="2173710"/>
                </a:cubicBezTo>
                <a:quadBezTo>
                  <a:pt x="1425" y="1840782"/>
                  <a:pt x="1358" y="1507855"/>
                </a:quadBezTo>
                <a:cubicBezTo>
                  <a:pt x="1358" y="1447619"/>
                  <a:pt x="-3319" y="1386554"/>
                  <a:pt x="4682" y="1327290"/>
                </a:cubicBezTo>
                <a:cubicBezTo>
                  <a:pt x="59365" y="921906"/>
                  <a:pt x="264134" y="617429"/>
                  <a:pt x="623026" y="417995"/>
                </a:cubicBezTo>
                <a:cubicBezTo>
                  <a:pt x="749328" y="347815"/>
                  <a:pt x="888355" y="316335"/>
                  <a:pt x="1026229" y="280397"/>
                </a:cubicBezTo>
                <a:cubicBezTo>
                  <a:pt x="1099353" y="261347"/>
                  <a:pt x="1174143" y="246964"/>
                  <a:pt x="1242913" y="213531"/>
                </a:cubicBezTo>
                <a:cubicBezTo>
                  <a:pt x="1250754" y="214463"/>
                  <a:pt x="1258684" y="214326"/>
                  <a:pt x="1266488" y="213122"/>
                </a:cubicBezTo>
                <a:cubicBezTo>
                  <a:pt x="1417935" y="167573"/>
                  <a:pt x="1567144" y="115224"/>
                  <a:pt x="1716258" y="62560"/>
                </a:cubicBezTo>
                <a:cubicBezTo>
                  <a:pt x="1776656" y="41234"/>
                  <a:pt x="1832368" y="6029"/>
                  <a:pt x="1898014" y="0"/>
                </a:cubicBezTo>
                <a:cubicBezTo>
                  <a:pt x="1880945" y="52892"/>
                  <a:pt x="1853047" y="100813"/>
                  <a:pt x="1829301" y="150666"/>
                </a:cubicBezTo>
                <a:cubicBezTo>
                  <a:pt x="1735733" y="344693"/>
                  <a:pt x="1627134" y="531107"/>
                  <a:pt x="1504500" y="708201"/>
                </a:cubicBezTo>
                <a:cubicBezTo>
                  <a:pt x="1360261" y="918705"/>
                  <a:pt x="1198203" y="1114920"/>
                  <a:pt x="1026182" y="1303344"/>
                </a:cubicBezTo>
                <a:cubicBezTo>
                  <a:pt x="823842" y="1524972"/>
                  <a:pt x="601986" y="1725225"/>
                  <a:pt x="369414" y="1914154"/>
                </a:cubicBezTo>
                <a:cubicBezTo>
                  <a:pt x="255114" y="2007032"/>
                  <a:pt x="135451" y="2092805"/>
                  <a:pt x="15598" y="2178282"/>
                </a:cubicBezTo>
              </a:path>
            </a:pathLst>
          </a:custGeom>
          <a:solidFill>
            <a:schemeClr val="accent3"/>
          </a:solidFill>
        </p:spPr>
        <p:txBody>
          <a:bodyPr anchor="ctr" rtlCol="0">
            <a:noAutofit/>
          </a:bodyPr>
          <a:lstStyle/>
          <a:p>
            <a:pPr/>
            <a:r>
              <a:rPr dirty="0" lang="en-US"/>
              <a:t/>
            </a:r>
            <a:endParaRPr dirty="0" lang="en-US"/>
          </a:p>
        </p:txBody>
      </p:sp>
      <p:sp>
        <p:nvSpPr>
          <p:cNvPr id="11" name="Path_2709188D0">
            <a:extLst>
              <a:ext uri="{76D1D429-014B-4C82-BDAD-3D01B55ECFFB}">
                <a16:creationId xmlns:a16="http://schemas.microsoft.com/office/drawing/2010/main" id="{81D9EB58-8CDD-481A-A290-500C7FD81A3D}"/>
              </a:ext>
            </a:extLst>
          </p:cNvPr>
          <p:cNvSpPr/>
          <p:nvPr/>
        </p:nvSpPr>
        <p:spPr>
          <a:xfrm rot="0">
            <a:off x="819148" y="715443"/>
            <a:ext cx="838750" cy="1392248"/>
          </a:xfrm>
          <a:custGeom>
            <a:avLst/>
            <a:gdLst/>
            <a:ahLst/>
            <a:cxnLst/>
            <a:rect b="b" l="0" r="r" t="0"/>
            <a:pathLst>
              <a:path h="2796487" w="1684720">
                <a:moveTo>
                  <a:pt x="1684720" y="835186"/>
                </a:moveTo>
                <a:cubicBezTo>
                  <a:pt x="1615949" y="868629"/>
                  <a:pt x="1541149" y="882992"/>
                  <a:pt x="1468026" y="902061"/>
                </a:cubicBezTo>
                <a:cubicBezTo>
                  <a:pt x="1330152" y="937999"/>
                  <a:pt x="1191134" y="969479"/>
                  <a:pt x="1064823" y="1039659"/>
                </a:cubicBezTo>
                <a:cubicBezTo>
                  <a:pt x="705931" y="1239084"/>
                  <a:pt x="501162" y="1543532"/>
                  <a:pt x="446479" y="1948954"/>
                </a:cubicBezTo>
                <a:cubicBezTo>
                  <a:pt x="438488" y="2008219"/>
                  <a:pt x="443203" y="2069283"/>
                  <a:pt x="443165" y="2129520"/>
                </a:cubicBezTo>
                <a:quadBezTo>
                  <a:pt x="442907" y="2462447"/>
                  <a:pt x="443412" y="2795374"/>
                </a:quadBezTo>
                <a:cubicBezTo>
                  <a:pt x="423029" y="2801032"/>
                  <a:pt x="419028" y="2783868"/>
                  <a:pt x="413713" y="2771990"/>
                </a:cubicBezTo>
                <a:cubicBezTo>
                  <a:pt x="305090" y="2528884"/>
                  <a:pt x="173474" y="2296474"/>
                  <a:pt x="74061" y="2049348"/>
                </a:cubicBezTo>
                <a:cubicBezTo>
                  <a:pt x="-14350" y="1829549"/>
                  <a:pt x="-16074" y="1601968"/>
                  <a:pt x="29446" y="1371549"/>
                </a:cubicBezTo>
                <a:cubicBezTo>
                  <a:pt x="69537" y="1168495"/>
                  <a:pt x="169549" y="996645"/>
                  <a:pt x="303357" y="844073"/>
                </a:cubicBezTo>
                <a:cubicBezTo>
                  <a:pt x="375042" y="762320"/>
                  <a:pt x="466234" y="699550"/>
                  <a:pt x="547521" y="627141"/>
                </a:cubicBezTo>
                <a:cubicBezTo>
                  <a:pt x="703235" y="488495"/>
                  <a:pt x="858902" y="349773"/>
                  <a:pt x="1001596" y="196868"/>
                </a:cubicBezTo>
                <a:cubicBezTo>
                  <a:pt x="1058403" y="136004"/>
                  <a:pt x="1116420" y="76472"/>
                  <a:pt x="1169560" y="12274"/>
                </a:cubicBezTo>
                <a:cubicBezTo>
                  <a:pt x="1189163" y="-11405"/>
                  <a:pt x="1205555" y="3587"/>
                  <a:pt x="1218928" y="20294"/>
                </a:cubicBezTo>
                <a:cubicBezTo>
                  <a:pt x="1261019" y="72872"/>
                  <a:pt x="1305558" y="123869"/>
                  <a:pt x="1343287" y="179466"/>
                </a:cubicBezTo>
                <a:cubicBezTo>
                  <a:pt x="1407676" y="274316"/>
                  <a:pt x="1473922" y="368137"/>
                  <a:pt x="1530205" y="468274"/>
                </a:cubicBezTo>
                <a:cubicBezTo>
                  <a:pt x="1535727" y="482831"/>
                  <a:pt x="1545004" y="495668"/>
                  <a:pt x="1557094" y="505478"/>
                </a:cubicBezTo>
                <a:cubicBezTo>
                  <a:pt x="1556370" y="528996"/>
                  <a:pt x="1570429" y="547074"/>
                  <a:pt x="1579726" y="566886"/>
                </a:cubicBezTo>
                <a:cubicBezTo>
                  <a:pt x="1620683" y="653992"/>
                  <a:pt x="1662765" y="740651"/>
                  <a:pt x="1684720" y="835186"/>
                </a:cubicBezTo>
              </a:path>
            </a:pathLst>
          </a:custGeom>
          <a:solidFill>
            <a:schemeClr val="accent1">
              <a:alpha val="84000"/>
            </a:schemeClr>
          </a:solidFill>
        </p:spPr>
        <p:txBody>
          <a:bodyPr anchor="ctr" rtlCol="0">
            <a:noAutofit/>
          </a:bodyPr>
          <a:lstStyle/>
          <a:p>
            <a:pPr/>
            <a:r>
              <a:rPr dirty="0" lang="en-US"/>
              <a:t/>
            </a:r>
            <a:endParaRPr dirty="0" lang="en-US"/>
          </a:p>
        </p:txBody>
      </p:sp>
      <p:sp>
        <p:nvSpPr>
          <p:cNvPr id="12" name="Path_270929DA8">
            <a:extLst>
              <a:ext uri="{8598F564-58C8-48AE-82B1-56F45C29F6C3}">
                <a16:creationId xmlns:a16="http://schemas.microsoft.com/office/drawing/2010/main" id="{C5D9ACEA-9075-4407-92DB-C34423068069}"/>
              </a:ext>
            </a:extLst>
          </p:cNvPr>
          <p:cNvSpPr/>
          <p:nvPr/>
        </p:nvSpPr>
        <p:spPr>
          <a:xfrm rot="0">
            <a:off x="1039339" y="1024937"/>
            <a:ext cx="989034" cy="1089613"/>
          </a:xfrm>
          <a:custGeom>
            <a:avLst/>
            <a:gdLst/>
            <a:ahLst/>
            <a:cxnLst/>
            <a:rect b="b" l="0" r="r" t="0"/>
            <a:pathLst>
              <a:path h="2188611" w="1986582">
                <a:moveTo>
                  <a:pt x="19" y="2178291"/>
                </a:moveTo>
                <a:cubicBezTo>
                  <a:pt x="119872" y="2092814"/>
                  <a:pt x="239497" y="2007041"/>
                  <a:pt x="353835" y="1914163"/>
                </a:cubicBezTo>
                <a:cubicBezTo>
                  <a:pt x="586407" y="1725235"/>
                  <a:pt x="808263" y="1524981"/>
                  <a:pt x="1010603" y="1303353"/>
                </a:cubicBezTo>
                <a:cubicBezTo>
                  <a:pt x="1182624" y="1114930"/>
                  <a:pt x="1344682" y="918762"/>
                  <a:pt x="1488920" y="708212"/>
                </a:cubicBezTo>
                <a:cubicBezTo>
                  <a:pt x="1611555" y="531118"/>
                  <a:pt x="1720153" y="344705"/>
                  <a:pt x="1813722" y="150677"/>
                </a:cubicBezTo>
                <a:cubicBezTo>
                  <a:pt x="1837468" y="100822"/>
                  <a:pt x="1865366" y="52902"/>
                  <a:pt x="1882445" y="0"/>
                </a:cubicBezTo>
                <a:cubicBezTo>
                  <a:pt x="1911782" y="5334"/>
                  <a:pt x="1904352" y="32499"/>
                  <a:pt x="1907772" y="49311"/>
                </a:cubicBezTo>
                <a:cubicBezTo>
                  <a:pt x="1927774" y="148542"/>
                  <a:pt x="1947243" y="248031"/>
                  <a:pt x="1961912" y="348167"/>
                </a:cubicBezTo>
                <a:cubicBezTo>
                  <a:pt x="1996840" y="586559"/>
                  <a:pt x="1996421" y="824713"/>
                  <a:pt x="1949434" y="1061942"/>
                </a:cubicBezTo>
                <a:cubicBezTo>
                  <a:pt x="1910721" y="1253490"/>
                  <a:pt x="1834208" y="1435398"/>
                  <a:pt x="1724368" y="1597028"/>
                </a:cubicBezTo>
                <a:cubicBezTo>
                  <a:pt x="1712905" y="1604833"/>
                  <a:pt x="1706874" y="1618473"/>
                  <a:pt x="1708814" y="1632204"/>
                </a:cubicBezTo>
                <a:cubicBezTo>
                  <a:pt x="1660293" y="1661255"/>
                  <a:pt x="1630709" y="1709557"/>
                  <a:pt x="1592056" y="1748533"/>
                </a:cubicBezTo>
                <a:cubicBezTo>
                  <a:pt x="1364190" y="1978457"/>
                  <a:pt x="1080669" y="2092776"/>
                  <a:pt x="769477" y="2153536"/>
                </a:cubicBezTo>
                <a:cubicBezTo>
                  <a:pt x="524285" y="2201409"/>
                  <a:pt x="276616" y="2185197"/>
                  <a:pt x="29613" y="2188464"/>
                </a:cubicBezTo>
                <a:cubicBezTo>
                  <a:pt x="18745" y="2188607"/>
                  <a:pt x="6963" y="2190102"/>
                  <a:pt x="0" y="2178291"/>
                </a:cubicBezTo>
              </a:path>
            </a:pathLst>
          </a:custGeom>
          <a:solidFill>
            <a:schemeClr val="accent3">
              <a:alpha val="97000"/>
              <a:lumMod val="75000"/>
            </a:schemeClr>
          </a:solidFill>
        </p:spPr>
        <p:txBody>
          <a:bodyPr anchor="ctr" rtlCol="0">
            <a:noAutofit/>
          </a:bodyPr>
          <a:lstStyle/>
          <a:p>
            <a:pPr/>
            <a:r>
              <a:rPr dirty="0" lang="en-US"/>
              <a:t/>
            </a:r>
            <a:endParaRPr dirty="0" lang="en-US"/>
          </a:p>
        </p:txBody>
      </p:sp>
      <p:sp>
        <p:nvSpPr>
          <p:cNvPr id="13" name="Path_27093F580">
            <a:extLst>
              <a:ext uri="{3289C629-C8E4-45A5-B505-043750F6F8EB}">
                <a16:creationId xmlns:a16="http://schemas.microsoft.com/office/drawing/2010/main" id="{B6D95AA2-A757-4DB4-9608-2D16490614F6}"/>
              </a:ext>
            </a:extLst>
          </p:cNvPr>
          <p:cNvSpPr/>
          <p:nvPr/>
        </p:nvSpPr>
        <p:spPr>
          <a:xfrm rot="0">
            <a:off x="1580991" y="822586"/>
            <a:ext cx="860510" cy="1021177"/>
          </a:xfrm>
          <a:custGeom>
            <a:avLst/>
            <a:gdLst/>
            <a:ahLst/>
            <a:cxnLst/>
            <a:rect b="b" l="0" r="r" t="0"/>
            <a:pathLst>
              <a:path h="2051148" w="1728428">
                <a:moveTo>
                  <a:pt x="635946" y="2038651"/>
                </a:moveTo>
                <a:cubicBezTo>
                  <a:pt x="634011" y="2024916"/>
                  <a:pt x="640046" y="2011274"/>
                  <a:pt x="651510" y="2003466"/>
                </a:cubicBezTo>
                <a:cubicBezTo>
                  <a:pt x="734770" y="2010770"/>
                  <a:pt x="818653" y="2005747"/>
                  <a:pt x="900446" y="1988559"/>
                </a:cubicBezTo>
                <a:cubicBezTo>
                  <a:pt x="1174156" y="1934086"/>
                  <a:pt x="1385268" y="1785010"/>
                  <a:pt x="1531553" y="1554076"/>
                </a:cubicBezTo>
                <a:cubicBezTo>
                  <a:pt x="1710461" y="1271717"/>
                  <a:pt x="1742856" y="966298"/>
                  <a:pt x="1612335" y="654697"/>
                </a:cubicBezTo>
                <a:cubicBezTo>
                  <a:pt x="1454439" y="277735"/>
                  <a:pt x="1163098" y="75043"/>
                  <a:pt x="758619" y="42354"/>
                </a:cubicBezTo>
                <a:cubicBezTo>
                  <a:pt x="516112" y="22761"/>
                  <a:pt x="295542" y="93169"/>
                  <a:pt x="101584" y="243274"/>
                </a:cubicBezTo>
                <a:cubicBezTo>
                  <a:pt x="78724" y="260952"/>
                  <a:pt x="61408" y="290185"/>
                  <a:pt x="26889" y="290270"/>
                </a:cubicBezTo>
                <a:cubicBezTo>
                  <a:pt x="14799" y="280460"/>
                  <a:pt x="5522" y="267623"/>
                  <a:pt x="0" y="253066"/>
                </a:cubicBezTo>
                <a:cubicBezTo>
                  <a:pt x="40443" y="247541"/>
                  <a:pt x="65999" y="216871"/>
                  <a:pt x="96203" y="194782"/>
                </a:cubicBezTo>
                <a:cubicBezTo>
                  <a:pt x="257437" y="75555"/>
                  <a:pt x="451050" y="8050"/>
                  <a:pt x="651462" y="1187"/>
                </a:cubicBezTo>
                <a:cubicBezTo>
                  <a:pt x="904208" y="-10072"/>
                  <a:pt x="1129836" y="58689"/>
                  <a:pt x="1330528" y="211689"/>
                </a:cubicBezTo>
                <a:cubicBezTo>
                  <a:pt x="1555137" y="382958"/>
                  <a:pt x="1686354" y="612920"/>
                  <a:pt x="1719691" y="889002"/>
                </a:cubicBezTo>
                <a:cubicBezTo>
                  <a:pt x="1756667" y="1194755"/>
                  <a:pt x="1676829" y="1473028"/>
                  <a:pt x="1469593" y="1709105"/>
                </a:cubicBezTo>
                <a:cubicBezTo>
                  <a:pt x="1374096" y="1817871"/>
                  <a:pt x="1257948" y="1898062"/>
                  <a:pt x="1129360" y="1960184"/>
                </a:cubicBezTo>
                <a:cubicBezTo>
                  <a:pt x="983199" y="2030802"/>
                  <a:pt x="826742" y="2055996"/>
                  <a:pt x="665017" y="2050395"/>
                </a:cubicBezTo>
                <a:cubicBezTo>
                  <a:pt x="653872" y="2050005"/>
                  <a:pt x="642528" y="2050224"/>
                  <a:pt x="635908" y="2038660"/>
                </a:cubicBezTo>
              </a:path>
            </a:pathLst>
          </a:custGeom>
          <a:solidFill>
            <a:schemeClr val="accent3"/>
          </a:solidFill>
        </p:spPr>
        <p:txBody>
          <a:bodyPr anchor="ctr" rtlCol="0">
            <a:noAutofit/>
          </a:bodyPr>
          <a:lstStyle/>
          <a:p>
            <a:pPr/>
            <a:r>
              <a:rPr dirty="0" lang="en-US"/>
              <a:t/>
            </a:r>
            <a:endParaRPr dirty="0" lang="en-US"/>
          </a:p>
        </p:txBody>
      </p:sp>
      <p:sp>
        <p:nvSpPr>
          <p:cNvPr id="14" name="Text Placeholder 2">
            <a:extLst>
              <a:ext uri="{573AC50C-A2E4-44BB-8D0B-8F003E07C642}">
                <a16:creationId xmlns:a16="http://schemas.microsoft.com/office/drawing/2010/main" id="{3B604441-2F6A-4070-81C9-95092C6B9536}"/>
              </a:ext>
            </a:extLst>
          </p:cNvPr>
          <p:cNvSpPr>
            <a:spLocks noGrp="true"/>
          </p:cNvSpPr>
          <p:nvPr>
            <p:ph type="body"/>
          </p:nvPr>
        </p:nvSpPr>
        <p:spPr>
          <a:xfrm rot="0">
            <a:off x="1333500" y="2000250"/>
            <a:ext cx="6477000" cy="381000"/>
          </a:xfrm>
          <a:prstGeom prst="rect">
            <a:avLst/>
          </a:prstGeom>
        </p:spPr>
        <p:txBody>
          <a:bodyPr anchor="b" rtlCol="0">
            <a:normAutofit/>
          </a:bodyPr>
          <a:lstStyle>
            <a:lvl1pPr indent="0" lvl="0" marL="0">
              <a:buNone/>
              <a:defRPr dirty="0" lang="en-US">
                <a:solidFill>
                  <a:schemeClr val="accent1"/>
                </a:solidFill>
              </a:defRPr>
            </a:lvl1pPr>
            <a:lvl2pPr lvl="1"/>
            <a:lvl3pPr lvl="2"/>
            <a:lvl4pPr lvl="3"/>
            <a:lvl5pPr lvl="4"/>
            <a:lvl6pPr lvl="5"/>
            <a:lvl7pPr lvl="6"/>
            <a:lvl8pPr lvl="7"/>
            <a:lvl9pPr lvl="8"/>
          </a:lstStyle>
          <a:p>
            <a:pPr lvl="0"/>
            <a:r>
              <a:rPr dirty="0" lang="en-US"/>
              <a:t>Click to edit Master text styles</a:t>
            </a:r>
            <a:endParaRPr dirty="0" lang="en-US"/>
          </a:p>
        </p:txBody>
      </p:sp>
      <p:sp>
        <p:nvSpPr>
          <p:cNvPr hidden="false" id="15" name="Title 1">
            <a:extLst>
              <a:ext uri="{0098783E-BC32-438A-BFDD-87D1100867E3}">
                <a16:creationId xmlns:a16="http://schemas.microsoft.com/office/drawing/2010/main" id="{3FF5F47C-AC53-445F-978D-B5E3D816B4BD}"/>
              </a:ext>
            </a:extLst>
          </p:cNvPr>
          <p:cNvSpPr>
            <a:spLocks noGrp="true"/>
          </p:cNvSpPr>
          <p:nvPr>
            <p:ph idx="1" type="title"/>
          </p:nvPr>
        </p:nvSpPr>
        <p:spPr>
          <a:xfrm rot="0">
            <a:off x="1333500" y="2476500"/>
            <a:ext cx="6477000" cy="666750"/>
          </a:xfrm>
          <a:prstGeom prst="rect">
            <a:avLst/>
          </a:prstGeom>
        </p:spPr>
        <p:txBody>
          <a:bodyPr anchor="t" rtlCol="0"/>
          <a:lstStyle>
            <a:lvl1pPr lvl="0"/>
          </a:lstStyle>
          <a:p>
            <a:pPr/>
            <a:r>
              <a:rPr dirty="0" lang="en-US"/>
              <a:t>Click to edit Master title style</a:t>
            </a:r>
            <a:endParaRPr dirty="0" lang="en-US"/>
          </a:p>
        </p:txBody>
      </p:sp>
      <p:sp>
        <p:nvSpPr>
          <p:cNvPr hidden="false" id="16" name="Slide Number Placeholder 5">
            <a:extLst>
              <a:ext uri="{5B69FA56-0325-48F4-808B-928682EE40A1}">
                <a16:creationId xmlns:a16="http://schemas.microsoft.com/office/drawing/2010/main" id="{695BDAD5-CF3B-4643-9C1A-0DA4DC1880F8}"/>
              </a:ext>
            </a:extLst>
          </p:cNvPr>
          <p:cNvSpPr>
            <a:spLocks noGrp="true"/>
          </p:cNvSpPr>
          <p:nvPr>
            <p:ph idx="12" sz="quarter" type="sldNum"/>
          </p:nvPr>
        </p:nvSpPr>
        <p:spPr/>
        <p:txBody>
          <a:bodyPr rtlCol="0"/>
          <a:lstStyle>
            <a:lvl1pPr lvl="0"/>
          </a:lstStyle>
          <a:p>
            <a:pPr/>
            <a:r>
              <a:rPr dirty="0" lang="en-US"/>
              <a:t>&lt;#&gt;</a:t>
            </a:r>
            <a:endParaRPr dirty="0" lang="en-US"/>
          </a:p>
        </p:txBody>
      </p:sp>
      <p:sp>
        <p:nvSpPr>
          <p:cNvPr hidden="false" id="17" name="Footer Placeholder 4">
            <a:extLst>
              <a:ext uri="{E1BDF173-F05F-4E53-A6D4-E8200E15B255}">
                <a16:creationId xmlns:a16="http://schemas.microsoft.com/office/drawing/2010/main" id="{D74DC343-1526-42CC-AFDB-CE9F4EA9C1A3}"/>
              </a:ext>
            </a:extLst>
          </p:cNvPr>
          <p:cNvSpPr>
            <a:spLocks noGrp="true"/>
          </p:cNvSpPr>
          <p:nvPr>
            <p:ph idx="11" sz="quarter" type="ftr"/>
          </p:nvPr>
        </p:nvSpPr>
        <p:spPr/>
        <p:txBody>
          <a:bodyPr rtlCol="0"/>
          <a:lstStyle>
            <a:lvl1pPr lvl="0"/>
          </a:lstStyle>
          <a:p>
            <a:pPr/>
            <a:r>
              <a:rPr dirty="0" lang="en-US"/>
              <a:t>Footer</a:t>
            </a:r>
            <a:endParaRPr dirty="0" lang="en-US"/>
          </a:p>
        </p:txBody>
      </p:sp>
      <p:sp>
        <p:nvSpPr>
          <p:cNvPr hidden="false" id="18" name="Date Placeholder 3">
            <a:extLst>
              <a:ext uri="{4D5F802C-C910-49BB-84C3-C93E51F06DC9}">
                <a16:creationId xmlns:a16="http://schemas.microsoft.com/office/drawing/2010/main" id="{F5F45B67-8084-42BC-9086-0EAAA07C5130}"/>
              </a:ext>
            </a:extLst>
          </p:cNvPr>
          <p:cNvSpPr>
            <a:spLocks noGrp="true"/>
          </p:cNvSpPr>
          <p:nvPr>
            <p:ph idx="10" sz="half" type="dt"/>
          </p:nvPr>
        </p:nvSpPr>
        <p:spPr/>
        <p:txBody>
          <a:bodyPr rtlCol="0"/>
          <a:lstStyle>
            <a:lvl1pPr lvl="0"/>
          </a:lstStyle>
          <a:p>
            <a:pPr/>
            <a:r>
              <a:rPr dirty="0" lang="en-US"/>
              <a:t>Date</a:t>
            </a:r>
            <a:endParaRPr dirty="0" lang="en-US"/>
          </a:p>
        </p:txBody>
      </p:sp>
    </p:spTree>
    <p:extLst>
      <p:ext uri="{62FC76C8-8C16-42CC-BC86-FA10D882A7BC}">
        <p14:creationId xmlns:p14="http://schemas.microsoft.com/office/powerpoint/2010/main" val="1784042247732"/>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grpSp>
        <p:nvGrpSpPr>
          <p:cNvPr id="2" name="Group Shape 13">
            <a:extLst>
              <a:ext uri="{DAF02D9A-E1AE-43AD-ADDB-D57305F49CFE}">
                <a16:creationId xmlns:a16="http://schemas.microsoft.com/office/drawing/2010/main" id="{8FAD8615-183A-4D77-A0D9-FB65604D2319}"/>
              </a:ext>
            </a:extLst>
          </p:cNvPr>
          <p:cNvGrpSpPr>
            <a:grpSpLocks noChangeAspect="true"/>
          </p:cNvGrpSpPr>
          <p:nvPr/>
        </p:nvGrpSpPr>
        <p:grpSpPr>
          <a:xfrm flipH="false" flipV="false" rot="0">
            <a:off x="-25717" y="3552415"/>
            <a:ext cx="9195442" cy="1541767"/>
            <a:chOff x="-25717" y="3552415"/>
            <a:chExt cx="9195442" cy="1541767"/>
          </a:xfrm>
        </p:grpSpPr>
        <p:sp>
          <p:nvSpPr>
            <p:cNvPr id="3" name="Freeform 15">
              <a:extLst>
                <a:ext uri="{4BBA4ACF-A3C5-4FAF-AA18-EFD8D814C04E}">
                  <a16:creationId xmlns:a16="http://schemas.microsoft.com/office/drawing/2010/main" id="{4C19AA94-D609-436C-9C33-B64C03466CF2}"/>
                </a:ext>
              </a:extLst>
            </p:cNvPr>
            <p:cNvSpPr/>
            <p:nvPr/>
          </p:nvSpPr>
          <p:spPr>
            <a:xfrm rot="8940000">
              <a:off x="7319942" y="4469258"/>
              <a:ext cx="536530" cy="52419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4" name="Freeform 16">
              <a:extLst>
                <a:ext uri="{9B54B47C-5AB5-4B1B-8B43-EE3647A7CF9A}">
                  <a16:creationId xmlns:a16="http://schemas.microsoft.com/office/drawing/2010/main" id="{81C303DB-1D11-42D4-8CA0-CBF1BD807627}"/>
                </a:ext>
              </a:extLst>
            </p:cNvPr>
            <p:cNvSpPr/>
            <p:nvPr/>
          </p:nvSpPr>
          <p:spPr>
            <a:xfrm rot="8940000">
              <a:off x="7668492" y="4709643"/>
              <a:ext cx="420849" cy="29384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
          <p:nvSpPr>
            <p:cNvPr id="5" name="Freeform 14">
              <a:extLst>
                <a:ext uri="{6CD8DB27-E9C4-4936-A3D0-C1D1BAABEE59}">
                  <a16:creationId xmlns:a16="http://schemas.microsoft.com/office/drawing/2010/main" id="{D6E29E48-4DA2-4005-AFB5-B94CC6FA9514}"/>
                </a:ext>
              </a:extLst>
            </p:cNvPr>
            <p:cNvSpPr>
              <a:spLocks noChangeAspect="true"/>
            </p:cNvSpPr>
            <p:nvPr/>
          </p:nvSpPr>
          <p:spPr>
            <a:xfrm rot="0">
              <a:off x="-25717" y="3552415"/>
              <a:ext cx="9195442" cy="1428821"/>
            </a:xfrm>
            <a:custGeom>
              <a:avLst/>
              <a:gdLst/>
              <a:ahLst/>
              <a:cxnLst/>
              <a:rect b="b" l="0" r="r" t="0"/>
              <a:pathLst>
                <a:path h="1428821" w="9195442">
                  <a:moveTo>
                    <a:pt x="0" y="1111033"/>
                  </a:moveTo>
                  <a:cubicBezTo>
                    <a:pt x="95234" y="1090332"/>
                    <a:pt x="190468" y="1069440"/>
                    <a:pt x="285750" y="1048930"/>
                  </a:cubicBezTo>
                  <a:cubicBezTo>
                    <a:pt x="346036" y="1035974"/>
                    <a:pt x="407087" y="1025839"/>
                    <a:pt x="466704" y="1010349"/>
                  </a:cubicBezTo>
                  <a:cubicBezTo>
                    <a:pt x="513509" y="998158"/>
                    <a:pt x="560886" y="989027"/>
                    <a:pt x="608217" y="980230"/>
                  </a:cubicBezTo>
                  <a:cubicBezTo>
                    <a:pt x="710000" y="961202"/>
                    <a:pt x="811450" y="940454"/>
                    <a:pt x="914237" y="926207"/>
                  </a:cubicBezTo>
                  <a:cubicBezTo>
                    <a:pt x="972994" y="918079"/>
                    <a:pt x="1031750" y="907609"/>
                    <a:pt x="1090650" y="900677"/>
                  </a:cubicBezTo>
                  <a:cubicBezTo>
                    <a:pt x="1155908" y="893028"/>
                    <a:pt x="1221166" y="884661"/>
                    <a:pt x="1286951" y="880215"/>
                  </a:cubicBezTo>
                  <a:cubicBezTo>
                    <a:pt x="1345133" y="876295"/>
                    <a:pt x="1403172" y="868167"/>
                    <a:pt x="1461499" y="865299"/>
                  </a:cubicBezTo>
                  <a:cubicBezTo>
                    <a:pt x="1526470" y="862096"/>
                    <a:pt x="1591585" y="861570"/>
                    <a:pt x="1656556" y="858940"/>
                  </a:cubicBezTo>
                  <a:cubicBezTo>
                    <a:pt x="1703456" y="857076"/>
                    <a:pt x="1750213" y="856885"/>
                    <a:pt x="1797112" y="859180"/>
                  </a:cubicBezTo>
                  <a:cubicBezTo>
                    <a:pt x="1864618" y="862478"/>
                    <a:pt x="1932410" y="860422"/>
                    <a:pt x="1999628" y="868502"/>
                  </a:cubicBezTo>
                  <a:cubicBezTo>
                    <a:pt x="2106050" y="881267"/>
                    <a:pt x="2212997" y="887673"/>
                    <a:pt x="2318940" y="907227"/>
                  </a:cubicBezTo>
                  <a:cubicBezTo>
                    <a:pt x="2430668" y="927832"/>
                    <a:pt x="2541678" y="950828"/>
                    <a:pt x="2651112" y="980756"/>
                  </a:cubicBezTo>
                  <a:cubicBezTo>
                    <a:pt x="2723589" y="1000596"/>
                    <a:pt x="2795731" y="1022110"/>
                    <a:pt x="2867635" y="1044341"/>
                  </a:cubicBezTo>
                  <a:cubicBezTo>
                    <a:pt x="2938009" y="1066142"/>
                    <a:pt x="3008287" y="1088277"/>
                    <a:pt x="3078661" y="1110173"/>
                  </a:cubicBezTo>
                  <a:cubicBezTo>
                    <a:pt x="3145258" y="1130922"/>
                    <a:pt x="3211137" y="1154061"/>
                    <a:pt x="3277591" y="1175336"/>
                  </a:cubicBezTo>
                  <a:cubicBezTo>
                    <a:pt x="3334961" y="1193694"/>
                    <a:pt x="3393191" y="1209375"/>
                    <a:pt x="3450083" y="1229072"/>
                  </a:cubicBezTo>
                  <a:cubicBezTo>
                    <a:pt x="3517636" y="1252450"/>
                    <a:pt x="3586050" y="1273103"/>
                    <a:pt x="3654894" y="1291653"/>
                  </a:cubicBezTo>
                  <a:cubicBezTo>
                    <a:pt x="3736742" y="1313693"/>
                    <a:pt x="3818972" y="1334824"/>
                    <a:pt x="3901537" y="1354473"/>
                  </a:cubicBezTo>
                  <a:cubicBezTo>
                    <a:pt x="4001169" y="1378186"/>
                    <a:pt x="4102045" y="1392481"/>
                    <a:pt x="4202920" y="1408305"/>
                  </a:cubicBezTo>
                  <a:cubicBezTo>
                    <a:pt x="4291079" y="1422170"/>
                    <a:pt x="4379907" y="1429532"/>
                    <a:pt x="4468543" y="1428767"/>
                  </a:cubicBezTo>
                  <a:cubicBezTo>
                    <a:pt x="4569036" y="1427859"/>
                    <a:pt x="4669672" y="1424704"/>
                    <a:pt x="4769974" y="1411078"/>
                  </a:cubicBezTo>
                  <a:cubicBezTo>
                    <a:pt x="4842308" y="1401230"/>
                    <a:pt x="4914211" y="1389373"/>
                    <a:pt x="4985685" y="1375748"/>
                  </a:cubicBezTo>
                  <a:cubicBezTo>
                    <a:pt x="5086847" y="1356481"/>
                    <a:pt x="5186527" y="1330234"/>
                    <a:pt x="5285825" y="1302601"/>
                  </a:cubicBezTo>
                  <a:cubicBezTo>
                    <a:pt x="5438668" y="1260100"/>
                    <a:pt x="5588978" y="1209853"/>
                    <a:pt x="5739191" y="1159176"/>
                  </a:cubicBezTo>
                  <a:cubicBezTo>
                    <a:pt x="5854792" y="1120165"/>
                    <a:pt x="5969579" y="1078763"/>
                    <a:pt x="6085753" y="1041568"/>
                  </a:cubicBezTo>
                  <a:cubicBezTo>
                    <a:pt x="6222532" y="997776"/>
                    <a:pt x="6358690" y="952119"/>
                    <a:pt x="6497812" y="915498"/>
                  </a:cubicBezTo>
                  <a:cubicBezTo>
                    <a:pt x="6588314" y="891689"/>
                    <a:pt x="6678719" y="867355"/>
                    <a:pt x="6770607" y="850000"/>
                  </a:cubicBezTo>
                  <a:cubicBezTo>
                    <a:pt x="6826590" y="839435"/>
                    <a:pt x="6882765" y="829395"/>
                    <a:pt x="6939418" y="821698"/>
                  </a:cubicBezTo>
                  <a:cubicBezTo>
                    <a:pt x="7023608" y="810224"/>
                    <a:pt x="7107942" y="802431"/>
                    <a:pt x="7192562" y="796407"/>
                  </a:cubicBezTo>
                  <a:cubicBezTo>
                    <a:pt x="7229710" y="793730"/>
                    <a:pt x="7267287" y="791770"/>
                    <a:pt x="7304243" y="792535"/>
                  </a:cubicBezTo>
                  <a:cubicBezTo>
                    <a:pt x="7409134" y="794686"/>
                    <a:pt x="7514503" y="790718"/>
                    <a:pt x="7618822" y="803961"/>
                  </a:cubicBezTo>
                  <a:cubicBezTo>
                    <a:pt x="7714056" y="816009"/>
                    <a:pt x="7809672" y="824806"/>
                    <a:pt x="7904715" y="839722"/>
                  </a:cubicBezTo>
                  <a:cubicBezTo>
                    <a:pt x="7987854" y="852773"/>
                    <a:pt x="8069749" y="871897"/>
                    <a:pt x="8152984" y="884231"/>
                  </a:cubicBezTo>
                  <a:cubicBezTo>
                    <a:pt x="8206816" y="892215"/>
                    <a:pt x="8259405" y="908757"/>
                    <a:pt x="8312520" y="921713"/>
                  </a:cubicBezTo>
                  <a:cubicBezTo>
                    <a:pt x="8432901" y="951115"/>
                    <a:pt x="8551752" y="986063"/>
                    <a:pt x="8669838" y="1023497"/>
                  </a:cubicBezTo>
                  <a:cubicBezTo>
                    <a:pt x="8752164" y="1049600"/>
                    <a:pt x="8834155" y="1076612"/>
                    <a:pt x="8916290" y="1103193"/>
                  </a:cubicBezTo>
                  <a:cubicBezTo>
                    <a:pt x="8997086" y="1129392"/>
                    <a:pt x="9077882" y="1155495"/>
                    <a:pt x="9158582" y="1181837"/>
                  </a:cubicBezTo>
                  <a:cubicBezTo>
                    <a:pt x="9170631" y="1185758"/>
                    <a:pt x="9182295" y="1190778"/>
                    <a:pt x="9194151" y="1195272"/>
                  </a:cubicBezTo>
                  <a:lnTo>
                    <a:pt x="9195442" y="1176196"/>
                  </a:lnTo>
                  <a:cubicBezTo>
                    <a:pt x="9157005" y="1172037"/>
                    <a:pt x="9122774" y="1153870"/>
                    <a:pt x="9086535" y="1142539"/>
                  </a:cubicBezTo>
                  <a:cubicBezTo>
                    <a:pt x="8969213" y="1105822"/>
                    <a:pt x="8852466" y="1067193"/>
                    <a:pt x="8735431" y="1029377"/>
                  </a:cubicBezTo>
                  <a:cubicBezTo>
                    <a:pt x="8723384" y="1025505"/>
                    <a:pt x="8710954" y="1022732"/>
                    <a:pt x="8699049" y="1018477"/>
                  </a:cubicBezTo>
                  <a:cubicBezTo>
                    <a:pt x="8687671" y="1014461"/>
                    <a:pt x="8684467" y="1009393"/>
                    <a:pt x="8694890" y="998445"/>
                  </a:cubicBezTo>
                  <a:cubicBezTo>
                    <a:pt x="8713296" y="979083"/>
                    <a:pt x="8730221" y="958238"/>
                    <a:pt x="8746715" y="937155"/>
                  </a:cubicBezTo>
                  <a:cubicBezTo>
                    <a:pt x="8781997" y="891976"/>
                    <a:pt x="8779989" y="803770"/>
                    <a:pt x="8743989" y="758209"/>
                  </a:cubicBezTo>
                  <a:cubicBezTo>
                    <a:pt x="8715448" y="722113"/>
                    <a:pt x="8679448" y="691899"/>
                    <a:pt x="8658508" y="649732"/>
                  </a:cubicBezTo>
                  <a:cubicBezTo>
                    <a:pt x="8654971" y="642608"/>
                    <a:pt x="8648851" y="637493"/>
                    <a:pt x="8642541" y="647532"/>
                  </a:cubicBezTo>
                  <a:cubicBezTo>
                    <a:pt x="8609409" y="700313"/>
                    <a:pt x="8582446" y="754479"/>
                    <a:pt x="8599465" y="820120"/>
                  </a:cubicBezTo>
                  <a:cubicBezTo>
                    <a:pt x="8610126" y="861283"/>
                    <a:pt x="8642445" y="888151"/>
                    <a:pt x="8664867" y="921474"/>
                  </a:cubicBezTo>
                  <a:cubicBezTo>
                    <a:pt x="8671321" y="931035"/>
                    <a:pt x="8676006" y="950876"/>
                    <a:pt x="8692165" y="946143"/>
                  </a:cubicBezTo>
                  <a:cubicBezTo>
                    <a:pt x="8706460" y="941936"/>
                    <a:pt x="8703353" y="923338"/>
                    <a:pt x="8707655" y="910860"/>
                  </a:cubicBezTo>
                  <a:cubicBezTo>
                    <a:pt x="8714970" y="889490"/>
                    <a:pt x="8703687" y="869410"/>
                    <a:pt x="8702970" y="846223"/>
                  </a:cubicBezTo>
                  <a:cubicBezTo>
                    <a:pt x="8737823" y="892837"/>
                    <a:pt x="8718747" y="979800"/>
                    <a:pt x="8671082" y="1003082"/>
                  </a:cubicBezTo>
                  <a:cubicBezTo>
                    <a:pt x="8663815" y="1006620"/>
                    <a:pt x="8657504" y="1004851"/>
                    <a:pt x="8650476" y="1002604"/>
                  </a:cubicBezTo>
                  <a:cubicBezTo>
                    <a:pt x="8511880" y="958860"/>
                    <a:pt x="8371850" y="920039"/>
                    <a:pt x="8230242" y="887578"/>
                  </a:cubicBezTo>
                  <a:cubicBezTo>
                    <a:pt x="8132044" y="865108"/>
                    <a:pt x="8032889" y="846941"/>
                    <a:pt x="7933448" y="830112"/>
                  </a:cubicBezTo>
                  <a:cubicBezTo>
                    <a:pt x="7780988" y="804248"/>
                    <a:pt x="7627572" y="789045"/>
                    <a:pt x="7473390" y="781634"/>
                  </a:cubicBezTo>
                  <a:cubicBezTo>
                    <a:pt x="7394936" y="777858"/>
                    <a:pt x="7316244" y="781587"/>
                    <a:pt x="7237694" y="781921"/>
                  </a:cubicBezTo>
                  <a:cubicBezTo>
                    <a:pt x="7142795" y="782399"/>
                    <a:pt x="7049043" y="793730"/>
                    <a:pt x="6955386" y="804391"/>
                  </a:cubicBezTo>
                  <a:cubicBezTo>
                    <a:pt x="6871531" y="813953"/>
                    <a:pt x="6788631" y="831451"/>
                    <a:pt x="6705875" y="849522"/>
                  </a:cubicBezTo>
                  <a:cubicBezTo>
                    <a:pt x="6627040" y="866733"/>
                    <a:pt x="6549447" y="888056"/>
                    <a:pt x="6471567" y="908565"/>
                  </a:cubicBezTo>
                  <a:cubicBezTo>
                    <a:pt x="6414006" y="923721"/>
                    <a:pt x="6356828" y="940454"/>
                    <a:pt x="6299983" y="958286"/>
                  </a:cubicBezTo>
                  <a:cubicBezTo>
                    <a:pt x="6195761" y="990987"/>
                    <a:pt x="6091874" y="1024835"/>
                    <a:pt x="5988034" y="1058779"/>
                  </a:cubicBezTo>
                  <a:cubicBezTo>
                    <a:pt x="5973262" y="1063608"/>
                    <a:pt x="5956528" y="1079480"/>
                    <a:pt x="5944434" y="1070588"/>
                  </a:cubicBezTo>
                  <a:cubicBezTo>
                    <a:pt x="5930664" y="1060452"/>
                    <a:pt x="5945198" y="1041281"/>
                    <a:pt x="5947206" y="1026222"/>
                  </a:cubicBezTo>
                  <a:cubicBezTo>
                    <a:pt x="5957294" y="950015"/>
                    <a:pt x="5946537" y="876534"/>
                    <a:pt x="5916178" y="806734"/>
                  </a:cubicBezTo>
                  <a:cubicBezTo>
                    <a:pt x="5890028" y="746543"/>
                    <a:pt x="5840068" y="713125"/>
                    <a:pt x="5777582" y="696536"/>
                  </a:cubicBezTo>
                  <a:cubicBezTo>
                    <a:pt x="5719256" y="681046"/>
                    <a:pt x="5658253" y="677699"/>
                    <a:pt x="5601218" y="656329"/>
                  </a:cubicBezTo>
                  <a:cubicBezTo>
                    <a:pt x="5587736" y="651261"/>
                    <a:pt x="5574541" y="646146"/>
                    <a:pt x="5562158" y="638688"/>
                  </a:cubicBezTo>
                  <a:cubicBezTo>
                    <a:pt x="5552501" y="632855"/>
                    <a:pt x="5545712" y="635676"/>
                    <a:pt x="5547624" y="647198"/>
                  </a:cubicBezTo>
                  <a:cubicBezTo>
                    <a:pt x="5561298" y="728615"/>
                    <a:pt x="5569759" y="811802"/>
                    <a:pt x="5630428" y="876629"/>
                  </a:cubicBezTo>
                  <a:cubicBezTo>
                    <a:pt x="5666140" y="914780"/>
                    <a:pt x="5709024" y="937537"/>
                    <a:pt x="5760227" y="946382"/>
                  </a:cubicBezTo>
                  <a:cubicBezTo>
                    <a:pt x="5795414" y="952453"/>
                    <a:pt x="5830506" y="959529"/>
                    <a:pt x="5864019" y="972485"/>
                  </a:cubicBezTo>
                  <a:cubicBezTo>
                    <a:pt x="5872720" y="975832"/>
                    <a:pt x="5882664" y="983242"/>
                    <a:pt x="5890648" y="975449"/>
                  </a:cubicBezTo>
                  <a:cubicBezTo>
                    <a:pt x="5899301" y="966939"/>
                    <a:pt x="5896624" y="954318"/>
                    <a:pt x="5892751" y="943896"/>
                  </a:cubicBezTo>
                  <a:cubicBezTo>
                    <a:pt x="5876258" y="899721"/>
                    <a:pt x="5846186" y="866972"/>
                    <a:pt x="5806504" y="842207"/>
                  </a:cubicBezTo>
                  <a:cubicBezTo>
                    <a:pt x="5795604" y="835419"/>
                    <a:pt x="5781549" y="832789"/>
                    <a:pt x="5772083" y="819259"/>
                  </a:cubicBezTo>
                  <a:cubicBezTo>
                    <a:pt x="5908288" y="855307"/>
                    <a:pt x="5950217" y="954939"/>
                    <a:pt x="5920623" y="1074699"/>
                  </a:cubicBezTo>
                  <a:cubicBezTo>
                    <a:pt x="5917372" y="1087799"/>
                    <a:pt x="5906806" y="1089281"/>
                    <a:pt x="5897532" y="1092436"/>
                  </a:cubicBezTo>
                  <a:cubicBezTo>
                    <a:pt x="5812672" y="1121456"/>
                    <a:pt x="5728004" y="1150905"/>
                    <a:pt x="5642714" y="1178539"/>
                  </a:cubicBezTo>
                  <a:cubicBezTo>
                    <a:pt x="5510141" y="1221470"/>
                    <a:pt x="5377522" y="1264450"/>
                    <a:pt x="5243037" y="1300880"/>
                  </a:cubicBezTo>
                  <a:cubicBezTo>
                    <a:pt x="5155834" y="1324497"/>
                    <a:pt x="5067819" y="1345389"/>
                    <a:pt x="4979422" y="1363843"/>
                  </a:cubicBezTo>
                  <a:cubicBezTo>
                    <a:pt x="4952554" y="1369437"/>
                    <a:pt x="4923152" y="1371015"/>
                    <a:pt x="4896283" y="1375461"/>
                  </a:cubicBezTo>
                  <a:cubicBezTo>
                    <a:pt x="4863391" y="1380911"/>
                    <a:pt x="4830069" y="1390281"/>
                    <a:pt x="4796508" y="1394297"/>
                  </a:cubicBezTo>
                  <a:cubicBezTo>
                    <a:pt x="4734261" y="1401708"/>
                    <a:pt x="4671871" y="1408210"/>
                    <a:pt x="4609290" y="1411939"/>
                  </a:cubicBezTo>
                  <a:cubicBezTo>
                    <a:pt x="4496272" y="1418727"/>
                    <a:pt x="4383301" y="1415237"/>
                    <a:pt x="4270712" y="1403668"/>
                  </a:cubicBezTo>
                  <a:cubicBezTo>
                    <a:pt x="4220131" y="1398457"/>
                    <a:pt x="4169598" y="1392146"/>
                    <a:pt x="4119447" y="1383827"/>
                  </a:cubicBezTo>
                  <a:cubicBezTo>
                    <a:pt x="4013695" y="1366329"/>
                    <a:pt x="3908325" y="1345867"/>
                    <a:pt x="3804773" y="1318234"/>
                  </a:cubicBezTo>
                  <a:cubicBezTo>
                    <a:pt x="3742957" y="1301740"/>
                    <a:pt x="3680854" y="1285868"/>
                    <a:pt x="3619516" y="1267462"/>
                  </a:cubicBezTo>
                  <a:cubicBezTo>
                    <a:pt x="3579978" y="1255606"/>
                    <a:pt x="3540249" y="1244275"/>
                    <a:pt x="3500903" y="1231749"/>
                  </a:cubicBezTo>
                  <a:cubicBezTo>
                    <a:pt x="3406195" y="1201678"/>
                    <a:pt x="3311726" y="1170985"/>
                    <a:pt x="3217114" y="1140627"/>
                  </a:cubicBezTo>
                  <a:cubicBezTo>
                    <a:pt x="3099553" y="1102906"/>
                    <a:pt x="2982327" y="1064181"/>
                    <a:pt x="2864384" y="1027895"/>
                  </a:cubicBezTo>
                  <a:cubicBezTo>
                    <a:pt x="2726266" y="985441"/>
                    <a:pt x="2587144" y="945760"/>
                    <a:pt x="2445536" y="917123"/>
                  </a:cubicBezTo>
                  <a:cubicBezTo>
                    <a:pt x="2347625" y="897330"/>
                    <a:pt x="2249188" y="879307"/>
                    <a:pt x="2149220" y="869219"/>
                  </a:cubicBezTo>
                  <a:cubicBezTo>
                    <a:pt x="2066799" y="860900"/>
                    <a:pt x="1984378" y="853395"/>
                    <a:pt x="1901813" y="849522"/>
                  </a:cubicBezTo>
                  <a:cubicBezTo>
                    <a:pt x="1774882" y="843594"/>
                    <a:pt x="1647951" y="843929"/>
                    <a:pt x="1520781" y="849952"/>
                  </a:cubicBezTo>
                  <a:cubicBezTo>
                    <a:pt x="1392177" y="856024"/>
                    <a:pt x="1264385" y="868550"/>
                    <a:pt x="1136403" y="881458"/>
                  </a:cubicBezTo>
                  <a:cubicBezTo>
                    <a:pt x="1010906" y="894127"/>
                    <a:pt x="886796" y="914876"/>
                    <a:pt x="762781" y="936103"/>
                  </a:cubicBezTo>
                  <a:cubicBezTo>
                    <a:pt x="758191" y="930796"/>
                    <a:pt x="762351" y="926541"/>
                    <a:pt x="764263" y="922765"/>
                  </a:cubicBezTo>
                  <a:cubicBezTo>
                    <a:pt x="826079" y="803005"/>
                    <a:pt x="853091" y="674926"/>
                    <a:pt x="853521" y="541063"/>
                  </a:cubicBezTo>
                  <a:cubicBezTo>
                    <a:pt x="853999" y="387408"/>
                    <a:pt x="783769" y="276349"/>
                    <a:pt x="648567" y="203776"/>
                  </a:cubicBezTo>
                  <a:cubicBezTo>
                    <a:pt x="579819" y="166868"/>
                    <a:pt x="507676" y="136988"/>
                    <a:pt x="439215" y="99793"/>
                  </a:cubicBezTo>
                  <a:cubicBezTo>
                    <a:pt x="398673" y="77753"/>
                    <a:pt x="359996" y="52511"/>
                    <a:pt x="326244" y="20527"/>
                  </a:cubicBezTo>
                  <a:cubicBezTo>
                    <a:pt x="322228" y="16702"/>
                    <a:pt x="317925" y="13165"/>
                    <a:pt x="313718" y="9483"/>
                  </a:cubicBezTo>
                  <a:cubicBezTo>
                    <a:pt x="307694" y="4272"/>
                    <a:pt x="301766" y="-2278"/>
                    <a:pt x="292874" y="782"/>
                  </a:cubicBezTo>
                  <a:cubicBezTo>
                    <a:pt x="282882" y="4177"/>
                    <a:pt x="285368" y="13834"/>
                    <a:pt x="284842" y="21292"/>
                  </a:cubicBezTo>
                  <a:cubicBezTo>
                    <a:pt x="279726" y="94391"/>
                    <a:pt x="269543" y="167633"/>
                    <a:pt x="271073" y="240588"/>
                  </a:cubicBezTo>
                  <a:cubicBezTo>
                    <a:pt x="273942" y="375551"/>
                    <a:pt x="317686" y="494116"/>
                    <a:pt x="428553" y="581079"/>
                  </a:cubicBezTo>
                  <a:cubicBezTo>
                    <a:pt x="479947" y="621381"/>
                    <a:pt x="540807" y="643755"/>
                    <a:pt x="596743" y="675357"/>
                  </a:cubicBezTo>
                  <a:cubicBezTo>
                    <a:pt x="632121" y="695340"/>
                    <a:pt x="668121" y="713986"/>
                    <a:pt x="699674" y="739994"/>
                  </a:cubicBezTo>
                  <a:cubicBezTo>
                    <a:pt x="706893" y="745922"/>
                    <a:pt x="713921" y="754575"/>
                    <a:pt x="724678" y="749890"/>
                  </a:cubicBezTo>
                  <a:cubicBezTo>
                    <a:pt x="735961" y="744966"/>
                    <a:pt x="739594" y="734735"/>
                    <a:pt x="740980" y="722735"/>
                  </a:cubicBezTo>
                  <a:cubicBezTo>
                    <a:pt x="749299" y="649971"/>
                    <a:pt x="724200" y="586864"/>
                    <a:pt x="686192" y="527103"/>
                  </a:cubicBezTo>
                  <a:cubicBezTo>
                    <a:pt x="664965" y="493685"/>
                    <a:pt x="633794" y="469781"/>
                    <a:pt x="607213" y="441479"/>
                  </a:cubicBezTo>
                  <a:cubicBezTo>
                    <a:pt x="602289" y="436220"/>
                    <a:pt x="594209" y="431917"/>
                    <a:pt x="596074" y="422069"/>
                  </a:cubicBezTo>
                  <a:cubicBezTo>
                    <a:pt x="713491" y="489813"/>
                    <a:pt x="789458" y="588298"/>
                    <a:pt x="788406" y="722830"/>
                  </a:cubicBezTo>
                  <a:cubicBezTo>
                    <a:pt x="787785" y="800949"/>
                    <a:pt x="762207" y="870462"/>
                    <a:pt x="725108" y="937155"/>
                  </a:cubicBezTo>
                  <a:cubicBezTo>
                    <a:pt x="722048" y="942701"/>
                    <a:pt x="717220" y="943991"/>
                    <a:pt x="711483" y="945139"/>
                  </a:cubicBezTo>
                  <a:cubicBezTo>
                    <a:pt x="627340" y="961872"/>
                    <a:pt x="543102" y="977983"/>
                    <a:pt x="459246" y="995959"/>
                  </a:cubicBezTo>
                  <a:cubicBezTo>
                    <a:pt x="371470" y="1014748"/>
                    <a:pt x="284125" y="1035544"/>
                    <a:pt x="196540" y="1055098"/>
                  </a:cubicBezTo>
                  <a:cubicBezTo>
                    <a:pt x="140174" y="1067671"/>
                    <a:pt x="83617" y="1079384"/>
                    <a:pt x="27155" y="1091671"/>
                  </a:cubicBezTo>
                  <a:cubicBezTo>
                    <a:pt x="18454" y="1093583"/>
                    <a:pt x="9992" y="1094970"/>
                    <a:pt x="1339" y="1092006"/>
                  </a:cubicBezTo>
                  <a:lnTo>
                    <a:pt x="48" y="111108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grpSp>
      <p:sp>
        <p:nvSpPr>
          <p:cNvPr id="6" name="Freeform 10">
            <a:extLst>
              <a:ext uri="{3943A21A-47CC-4AFB-9C24-BC9CB343B1E0}">
                <a16:creationId xmlns:a16="http://schemas.microsoft.com/office/drawing/2010/main" id="{EA6E5C57-7B70-4B7E-A135-EEDFB550BA32}"/>
              </a:ext>
            </a:extLst>
          </p:cNvPr>
          <p:cNvSpPr>
            <a:spLocks noChangeAspect="true"/>
          </p:cNvSpPr>
          <p:nvPr/>
        </p:nvSpPr>
        <p:spPr>
          <a:xfrm rot="0">
            <a:off x="5543" y="140989"/>
            <a:ext cx="9189567" cy="1468783"/>
          </a:xfrm>
          <a:custGeom>
            <a:avLst/>
            <a:gdLst/>
            <a:ahLst/>
            <a:cxnLst/>
            <a:rect b="b" l="0" r="r" t="0"/>
            <a:pathLst>
              <a:path h="1428872" w="9030348">
                <a:moveTo>
                  <a:pt x="9030348" y="339480"/>
                </a:moveTo>
                <a:cubicBezTo>
                  <a:pt x="8936676" y="359247"/>
                  <a:pt x="8843051" y="379202"/>
                  <a:pt x="8749331" y="398688"/>
                </a:cubicBezTo>
                <a:cubicBezTo>
                  <a:pt x="8690029" y="411037"/>
                  <a:pt x="8630022" y="420615"/>
                  <a:pt x="8571377" y="435453"/>
                </a:cubicBezTo>
                <a:cubicBezTo>
                  <a:pt x="8525316" y="447144"/>
                  <a:pt x="8478738" y="455784"/>
                  <a:pt x="8432207" y="464188"/>
                </a:cubicBezTo>
                <a:cubicBezTo>
                  <a:pt x="8332102" y="482218"/>
                  <a:pt x="8232372" y="502033"/>
                  <a:pt x="8131328" y="515368"/>
                </a:cubicBezTo>
                <a:cubicBezTo>
                  <a:pt x="8073576" y="522974"/>
                  <a:pt x="8015823" y="532928"/>
                  <a:pt x="7957882" y="539361"/>
                </a:cubicBezTo>
                <a:cubicBezTo>
                  <a:pt x="7893744" y="546498"/>
                  <a:pt x="7829606" y="554292"/>
                  <a:pt x="7764997" y="558236"/>
                </a:cubicBezTo>
                <a:cubicBezTo>
                  <a:pt x="7707854" y="561711"/>
                  <a:pt x="7650806" y="569317"/>
                  <a:pt x="7593476" y="571806"/>
                </a:cubicBezTo>
                <a:cubicBezTo>
                  <a:pt x="7529666" y="574529"/>
                  <a:pt x="7465715" y="574670"/>
                  <a:pt x="7401858" y="576830"/>
                </a:cubicBezTo>
                <a:cubicBezTo>
                  <a:pt x="7355796" y="578379"/>
                  <a:pt x="7309829" y="578286"/>
                  <a:pt x="7263814" y="575750"/>
                </a:cubicBezTo>
                <a:cubicBezTo>
                  <a:pt x="7197516" y="572135"/>
                  <a:pt x="7130936" y="573684"/>
                  <a:pt x="7064966" y="565326"/>
                </a:cubicBezTo>
                <a:cubicBezTo>
                  <a:pt x="6960541" y="552132"/>
                  <a:pt x="6855553" y="545183"/>
                  <a:pt x="6751598" y="525322"/>
                </a:cubicBezTo>
                <a:cubicBezTo>
                  <a:pt x="6641961" y="504428"/>
                  <a:pt x="6533076" y="481139"/>
                  <a:pt x="6425834" y="451088"/>
                </a:cubicBezTo>
                <a:cubicBezTo>
                  <a:pt x="6354746" y="431180"/>
                  <a:pt x="6284034" y="409581"/>
                  <a:pt x="6213604" y="387278"/>
                </a:cubicBezTo>
                <a:cubicBezTo>
                  <a:pt x="6144630" y="365445"/>
                  <a:pt x="6075748" y="343283"/>
                  <a:pt x="6006773" y="321309"/>
                </a:cubicBezTo>
                <a:cubicBezTo>
                  <a:pt x="5941460" y="300555"/>
                  <a:pt x="5876946" y="277407"/>
                  <a:pt x="5811774" y="256090"/>
                </a:cubicBezTo>
                <a:cubicBezTo>
                  <a:pt x="5755571" y="237684"/>
                  <a:pt x="5698429" y="221955"/>
                  <a:pt x="5642695" y="202281"/>
                </a:cubicBezTo>
                <a:cubicBezTo>
                  <a:pt x="5576490" y="178898"/>
                  <a:pt x="5509440" y="158239"/>
                  <a:pt x="5441968" y="139598"/>
                </a:cubicBezTo>
                <a:cubicBezTo>
                  <a:pt x="5361725" y="117436"/>
                  <a:pt x="5281105" y="96213"/>
                  <a:pt x="5200110" y="76399"/>
                </a:cubicBezTo>
                <a:cubicBezTo>
                  <a:pt x="5102399" y="52499"/>
                  <a:pt x="5003422" y="37850"/>
                  <a:pt x="4904491" y="21651"/>
                </a:cubicBezTo>
                <a:cubicBezTo>
                  <a:pt x="4818049" y="7612"/>
                  <a:pt x="4730856" y="-230"/>
                  <a:pt x="4643851" y="5"/>
                </a:cubicBezTo>
                <a:cubicBezTo>
                  <a:pt x="4545154" y="240"/>
                  <a:pt x="4446317" y="2775"/>
                  <a:pt x="4347714" y="15547"/>
                </a:cubicBezTo>
                <a:cubicBezTo>
                  <a:pt x="4276627" y="24750"/>
                  <a:pt x="4205915" y="36019"/>
                  <a:pt x="4135672" y="48931"/>
                </a:cubicBezTo>
                <a:cubicBezTo>
                  <a:pt x="4036224" y="67243"/>
                  <a:pt x="3938138" y="92410"/>
                  <a:pt x="3840428" y="118892"/>
                </a:cubicBezTo>
                <a:cubicBezTo>
                  <a:pt x="3690036" y="159694"/>
                  <a:pt x="3542132" y="208103"/>
                  <a:pt x="3394275" y="256982"/>
                </a:cubicBezTo>
                <a:cubicBezTo>
                  <a:pt x="3280506" y="294592"/>
                  <a:pt x="3167489" y="334549"/>
                  <a:pt x="3053204" y="370375"/>
                </a:cubicBezTo>
                <a:cubicBezTo>
                  <a:pt x="2918588" y="412539"/>
                  <a:pt x="2784582" y="456535"/>
                  <a:pt x="2647760" y="491656"/>
                </a:cubicBezTo>
                <a:cubicBezTo>
                  <a:pt x="2558689" y="514523"/>
                  <a:pt x="2469805" y="537858"/>
                  <a:pt x="2379467" y="554292"/>
                </a:cubicBezTo>
                <a:cubicBezTo>
                  <a:pt x="2324437" y="564293"/>
                  <a:pt x="2269220" y="573825"/>
                  <a:pt x="2213486" y="581056"/>
                </a:cubicBezTo>
                <a:cubicBezTo>
                  <a:pt x="2130707" y="591808"/>
                  <a:pt x="2047834" y="598945"/>
                  <a:pt x="1964726" y="604345"/>
                </a:cubicBezTo>
                <a:cubicBezTo>
                  <a:pt x="1928243" y="606739"/>
                  <a:pt x="1891337" y="608430"/>
                  <a:pt x="1855042" y="607491"/>
                </a:cubicBezTo>
                <a:cubicBezTo>
                  <a:pt x="1752026" y="604720"/>
                  <a:pt x="1648540" y="607960"/>
                  <a:pt x="1546135" y="594344"/>
                </a:cubicBezTo>
                <a:cubicBezTo>
                  <a:pt x="1452650" y="581901"/>
                  <a:pt x="1358837" y="572698"/>
                  <a:pt x="1265587" y="557485"/>
                </a:cubicBezTo>
                <a:cubicBezTo>
                  <a:pt x="1184029" y="544150"/>
                  <a:pt x="1103691" y="524899"/>
                  <a:pt x="1022039" y="512269"/>
                </a:cubicBezTo>
                <a:cubicBezTo>
                  <a:pt x="969216" y="504099"/>
                  <a:pt x="917661" y="487524"/>
                  <a:pt x="865589" y="474471"/>
                </a:cubicBezTo>
                <a:cubicBezTo>
                  <a:pt x="747548" y="444843"/>
                  <a:pt x="631056" y="409816"/>
                  <a:pt x="515316" y="372347"/>
                </a:cubicBezTo>
                <a:cubicBezTo>
                  <a:pt x="434649" y="346241"/>
                  <a:pt x="354265" y="319196"/>
                  <a:pt x="273786" y="292526"/>
                </a:cubicBezTo>
                <a:cubicBezTo>
                  <a:pt x="194623" y="266326"/>
                  <a:pt x="115412" y="240173"/>
                  <a:pt x="36295" y="213785"/>
                </a:cubicBezTo>
                <a:cubicBezTo>
                  <a:pt x="24510" y="209841"/>
                  <a:pt x="13053" y="204864"/>
                  <a:pt x="1409" y="200356"/>
                </a:cubicBezTo>
                <a:lnTo>
                  <a:pt x="0" y="219091"/>
                </a:lnTo>
                <a:cubicBezTo>
                  <a:pt x="37751" y="223410"/>
                  <a:pt x="71229" y="241487"/>
                  <a:pt x="106726" y="252850"/>
                </a:cubicBezTo>
                <a:cubicBezTo>
                  <a:pt x="221762" y="289662"/>
                  <a:pt x="336141" y="328305"/>
                  <a:pt x="450848" y="366149"/>
                </a:cubicBezTo>
                <a:cubicBezTo>
                  <a:pt x="462634" y="370046"/>
                  <a:pt x="474842" y="372817"/>
                  <a:pt x="486533" y="377042"/>
                </a:cubicBezTo>
                <a:cubicBezTo>
                  <a:pt x="497661" y="381080"/>
                  <a:pt x="500807" y="386011"/>
                  <a:pt x="490524" y="396716"/>
                </a:cubicBezTo>
                <a:cubicBezTo>
                  <a:pt x="472353" y="415638"/>
                  <a:pt x="455544" y="436016"/>
                  <a:pt x="439251" y="456582"/>
                </a:cubicBezTo>
                <a:cubicBezTo>
                  <a:pt x="404317" y="500718"/>
                  <a:pt x="405773" y="587395"/>
                  <a:pt x="440847" y="632329"/>
                </a:cubicBezTo>
                <a:cubicBezTo>
                  <a:pt x="468644" y="667967"/>
                  <a:pt x="503859" y="697876"/>
                  <a:pt x="524143" y="739383"/>
                </a:cubicBezTo>
                <a:cubicBezTo>
                  <a:pt x="527570" y="746379"/>
                  <a:pt x="533534" y="751450"/>
                  <a:pt x="539778" y="741684"/>
                </a:cubicBezTo>
                <a:cubicBezTo>
                  <a:pt x="572646" y="690035"/>
                  <a:pt x="599456" y="637025"/>
                  <a:pt x="583117" y="572463"/>
                </a:cubicBezTo>
                <a:cubicBezTo>
                  <a:pt x="572881" y="531942"/>
                  <a:pt x="541328" y="505367"/>
                  <a:pt x="519541" y="472546"/>
                </a:cubicBezTo>
                <a:cubicBezTo>
                  <a:pt x="513250" y="463108"/>
                  <a:pt x="508789" y="443576"/>
                  <a:pt x="492872" y="448177"/>
                </a:cubicBezTo>
                <a:cubicBezTo>
                  <a:pt x="478833" y="452215"/>
                  <a:pt x="481744" y="470480"/>
                  <a:pt x="477471" y="482735"/>
                </a:cubicBezTo>
                <a:cubicBezTo>
                  <a:pt x="470146" y="503676"/>
                  <a:pt x="481133" y="523444"/>
                  <a:pt x="481697" y="546216"/>
                </a:cubicBezTo>
                <a:cubicBezTo>
                  <a:pt x="447749" y="500249"/>
                  <a:pt x="467000" y="414934"/>
                  <a:pt x="514001" y="392349"/>
                </a:cubicBezTo>
                <a:cubicBezTo>
                  <a:pt x="521185" y="388922"/>
                  <a:pt x="527383" y="390706"/>
                  <a:pt x="534238" y="392913"/>
                </a:cubicBezTo>
                <a:cubicBezTo>
                  <a:pt x="670075" y="436720"/>
                  <a:pt x="807367" y="475739"/>
                  <a:pt x="946256" y="508466"/>
                </a:cubicBezTo>
                <a:cubicBezTo>
                  <a:pt x="1042557" y="531144"/>
                  <a:pt x="1139798" y="549597"/>
                  <a:pt x="1237368" y="566735"/>
                </a:cubicBezTo>
                <a:cubicBezTo>
                  <a:pt x="1386962" y="593076"/>
                  <a:pt x="1537495" y="608946"/>
                  <a:pt x="1688873" y="617163"/>
                </a:cubicBezTo>
                <a:cubicBezTo>
                  <a:pt x="1765924" y="621342"/>
                  <a:pt x="1843210" y="618196"/>
                  <a:pt x="1920355" y="618290"/>
                </a:cubicBezTo>
                <a:cubicBezTo>
                  <a:pt x="2013557" y="618431"/>
                  <a:pt x="2105680" y="607866"/>
                  <a:pt x="2197709" y="597959"/>
                </a:cubicBezTo>
                <a:cubicBezTo>
                  <a:pt x="2280113" y="589085"/>
                  <a:pt x="2361671" y="572416"/>
                  <a:pt x="2443042" y="555184"/>
                </a:cubicBezTo>
                <a:cubicBezTo>
                  <a:pt x="2520562" y="538751"/>
                  <a:pt x="2596909" y="518326"/>
                  <a:pt x="2673537" y="498652"/>
                </a:cubicBezTo>
                <a:cubicBezTo>
                  <a:pt x="2730163" y="484097"/>
                  <a:pt x="2786461" y="468039"/>
                  <a:pt x="2842335" y="450854"/>
                </a:cubicBezTo>
                <a:cubicBezTo>
                  <a:pt x="2944882" y="419348"/>
                  <a:pt x="3047100" y="386762"/>
                  <a:pt x="3149318" y="354082"/>
                </a:cubicBezTo>
                <a:cubicBezTo>
                  <a:pt x="3163873" y="349434"/>
                  <a:pt x="3180401" y="333939"/>
                  <a:pt x="3192233" y="342766"/>
                </a:cubicBezTo>
                <a:cubicBezTo>
                  <a:pt x="3205709" y="352814"/>
                  <a:pt x="3191294" y="371549"/>
                  <a:pt x="3189228" y="386339"/>
                </a:cubicBezTo>
                <a:cubicBezTo>
                  <a:pt x="3178852" y="461089"/>
                  <a:pt x="3188994" y="533351"/>
                  <a:pt x="3218340" y="602044"/>
                </a:cubicBezTo>
                <a:cubicBezTo>
                  <a:pt x="3243648" y="661299"/>
                  <a:pt x="3292479" y="694449"/>
                  <a:pt x="3353754" y="711117"/>
                </a:cubicBezTo>
                <a:cubicBezTo>
                  <a:pt x="3410943" y="726659"/>
                  <a:pt x="3470856" y="730321"/>
                  <a:pt x="3526684" y="751732"/>
                </a:cubicBezTo>
                <a:cubicBezTo>
                  <a:pt x="3539878" y="756803"/>
                  <a:pt x="3552837" y="761921"/>
                  <a:pt x="3564904" y="769293"/>
                </a:cubicBezTo>
                <a:cubicBezTo>
                  <a:pt x="3574342" y="775068"/>
                  <a:pt x="3581056" y="772345"/>
                  <a:pt x="3579225" y="761029"/>
                </a:cubicBezTo>
                <a:cubicBezTo>
                  <a:pt x="3566313" y="680973"/>
                  <a:pt x="3558519" y="599227"/>
                  <a:pt x="3499310" y="535229"/>
                </a:cubicBezTo>
                <a:cubicBezTo>
                  <a:pt x="3464471" y="497572"/>
                  <a:pt x="3422494" y="474941"/>
                  <a:pt x="3372253" y="465926"/>
                </a:cubicBezTo>
                <a:cubicBezTo>
                  <a:pt x="3337743" y="459728"/>
                  <a:pt x="3303326" y="452591"/>
                  <a:pt x="3270458" y="439679"/>
                </a:cubicBezTo>
                <a:cubicBezTo>
                  <a:pt x="3261960" y="436345"/>
                  <a:pt x="3252193" y="428973"/>
                  <a:pt x="3244305" y="436580"/>
                </a:cubicBezTo>
                <a:cubicBezTo>
                  <a:pt x="3235759" y="444843"/>
                  <a:pt x="3238295" y="457286"/>
                  <a:pt x="3242052" y="467569"/>
                </a:cubicBezTo>
                <a:cubicBezTo>
                  <a:pt x="3257969" y="511048"/>
                  <a:pt x="3287315" y="543399"/>
                  <a:pt x="3326145" y="568003"/>
                </a:cubicBezTo>
                <a:cubicBezTo>
                  <a:pt x="3336804" y="574764"/>
                  <a:pt x="3350608" y="577393"/>
                  <a:pt x="3359811" y="590775"/>
                </a:cubicBezTo>
                <a:cubicBezTo>
                  <a:pt x="3226228" y="554527"/>
                  <a:pt x="3185707" y="456441"/>
                  <a:pt x="3215476" y="339010"/>
                </a:cubicBezTo>
                <a:cubicBezTo>
                  <a:pt x="3218715" y="326192"/>
                  <a:pt x="3229139" y="324783"/>
                  <a:pt x="3238248" y="321731"/>
                </a:cubicBezTo>
                <a:cubicBezTo>
                  <a:pt x="3321732" y="293747"/>
                  <a:pt x="3405121" y="265340"/>
                  <a:pt x="3489027" y="238717"/>
                </a:cubicBezTo>
                <a:cubicBezTo>
                  <a:pt x="3619464" y="197351"/>
                  <a:pt x="3749995" y="155985"/>
                  <a:pt x="3882310" y="121005"/>
                </a:cubicBezTo>
                <a:cubicBezTo>
                  <a:pt x="3968094" y="98373"/>
                  <a:pt x="4054630" y="78371"/>
                  <a:pt x="4141588" y="60763"/>
                </a:cubicBezTo>
                <a:cubicBezTo>
                  <a:pt x="4168023" y="55410"/>
                  <a:pt x="4196899" y="54049"/>
                  <a:pt x="4223287" y="49870"/>
                </a:cubicBezTo>
                <a:cubicBezTo>
                  <a:pt x="4255639" y="44752"/>
                  <a:pt x="4288412" y="35737"/>
                  <a:pt x="4321373" y="32028"/>
                </a:cubicBezTo>
                <a:cubicBezTo>
                  <a:pt x="4382507" y="25125"/>
                  <a:pt x="4443876" y="19115"/>
                  <a:pt x="4505338" y="15829"/>
                </a:cubicBezTo>
                <a:cubicBezTo>
                  <a:pt x="4616336" y="9865"/>
                  <a:pt x="4727287" y="13950"/>
                  <a:pt x="4837816" y="26017"/>
                </a:cubicBezTo>
                <a:cubicBezTo>
                  <a:pt x="4887446" y="31464"/>
                  <a:pt x="4937076" y="37991"/>
                  <a:pt x="4986236" y="46442"/>
                </a:cubicBezTo>
                <a:cubicBezTo>
                  <a:pt x="5090004" y="64285"/>
                  <a:pt x="5193348" y="85038"/>
                  <a:pt x="5294862" y="112835"/>
                </a:cubicBezTo>
                <a:cubicBezTo>
                  <a:pt x="5355479" y="129409"/>
                  <a:pt x="5416331" y="145373"/>
                  <a:pt x="5476479" y="163826"/>
                </a:cubicBezTo>
                <a:cubicBezTo>
                  <a:pt x="5515263" y="175706"/>
                  <a:pt x="5554187" y="187115"/>
                  <a:pt x="5592783" y="199652"/>
                </a:cubicBezTo>
                <a:cubicBezTo>
                  <a:pt x="5685610" y="229796"/>
                  <a:pt x="5778203" y="260504"/>
                  <a:pt x="5870936" y="290883"/>
                </a:cubicBezTo>
                <a:cubicBezTo>
                  <a:pt x="5986160" y="328633"/>
                  <a:pt x="6101009" y="367417"/>
                  <a:pt x="6216702" y="403759"/>
                </a:cubicBezTo>
                <a:cubicBezTo>
                  <a:pt x="6352069" y="446299"/>
                  <a:pt x="6488470" y="486116"/>
                  <a:pt x="6627358" y="515133"/>
                </a:cubicBezTo>
                <a:cubicBezTo>
                  <a:pt x="6723425" y="535182"/>
                  <a:pt x="6819962" y="553494"/>
                  <a:pt x="6918048" y="564012"/>
                </a:cubicBezTo>
                <a:cubicBezTo>
                  <a:pt x="6998949" y="572698"/>
                  <a:pt x="7079850" y="580586"/>
                  <a:pt x="7160939" y="584859"/>
                </a:cubicBezTo>
                <a:cubicBezTo>
                  <a:pt x="7285554" y="591480"/>
                  <a:pt x="7410262" y="591902"/>
                  <a:pt x="7535158" y="586784"/>
                </a:cubicBezTo>
                <a:cubicBezTo>
                  <a:pt x="7661510" y="581619"/>
                  <a:pt x="7787064" y="570116"/>
                  <a:pt x="7912806" y="558189"/>
                </a:cubicBezTo>
                <a:cubicBezTo>
                  <a:pt x="8036106" y="546498"/>
                  <a:pt x="8158139" y="526871"/>
                  <a:pt x="8280078" y="506822"/>
                </a:cubicBezTo>
                <a:cubicBezTo>
                  <a:pt x="8284585" y="512081"/>
                  <a:pt x="8280452" y="516213"/>
                  <a:pt x="8278528" y="519875"/>
                </a:cubicBezTo>
                <a:cubicBezTo>
                  <a:pt x="8217066" y="637118"/>
                  <a:pt x="8189739" y="762719"/>
                  <a:pt x="8188518" y="894189"/>
                </a:cubicBezTo>
                <a:cubicBezTo>
                  <a:pt x="8187109" y="1045098"/>
                  <a:pt x="8255426" y="1154594"/>
                  <a:pt x="8387742" y="1226668"/>
                </a:cubicBezTo>
                <a:cubicBezTo>
                  <a:pt x="8455026" y="1263338"/>
                  <a:pt x="8525691" y="1293107"/>
                  <a:pt x="8592741" y="1330059"/>
                </a:cubicBezTo>
                <a:cubicBezTo>
                  <a:pt x="8632464" y="1351940"/>
                  <a:pt x="8670261" y="1376966"/>
                  <a:pt x="8703223" y="1408566"/>
                </a:cubicBezTo>
                <a:cubicBezTo>
                  <a:pt x="8707167" y="1412322"/>
                  <a:pt x="8711346" y="1415844"/>
                  <a:pt x="8715431" y="1419459"/>
                </a:cubicBezTo>
                <a:cubicBezTo>
                  <a:pt x="8721300" y="1424624"/>
                  <a:pt x="8727075" y="1431057"/>
                  <a:pt x="8735856" y="1428145"/>
                </a:cubicBezTo>
                <a:cubicBezTo>
                  <a:pt x="8745715" y="1424859"/>
                  <a:pt x="8743274" y="1415374"/>
                  <a:pt x="8743838" y="1408049"/>
                </a:cubicBezTo>
                <a:cubicBezTo>
                  <a:pt x="8749331" y="1336304"/>
                  <a:pt x="8759802" y="1264418"/>
                  <a:pt x="8758722" y="1192767"/>
                </a:cubicBezTo>
                <a:cubicBezTo>
                  <a:pt x="8756703" y="1060170"/>
                  <a:pt x="8714491" y="943491"/>
                  <a:pt x="8606123" y="857378"/>
                </a:cubicBezTo>
                <a:cubicBezTo>
                  <a:pt x="8555883" y="817467"/>
                  <a:pt x="8496251" y="795117"/>
                  <a:pt x="8441503" y="763752"/>
                </a:cubicBezTo>
                <a:cubicBezTo>
                  <a:pt x="8406851" y="743938"/>
                  <a:pt x="8371684" y="725344"/>
                  <a:pt x="8340836" y="699661"/>
                </a:cubicBezTo>
                <a:cubicBezTo>
                  <a:pt x="8333792" y="693792"/>
                  <a:pt x="8326938" y="685246"/>
                  <a:pt x="8316326" y="689800"/>
                </a:cubicBezTo>
                <a:cubicBezTo>
                  <a:pt x="8305198" y="694590"/>
                  <a:pt x="8301582" y="704591"/>
                  <a:pt x="8300174" y="716376"/>
                </a:cubicBezTo>
                <a:cubicBezTo>
                  <a:pt x="8291535" y="787793"/>
                  <a:pt x="8315810" y="849912"/>
                  <a:pt x="8352762" y="908886"/>
                </a:cubicBezTo>
                <a:cubicBezTo>
                  <a:pt x="8373422" y="941847"/>
                  <a:pt x="8403894" y="965512"/>
                  <a:pt x="8429813" y="993496"/>
                </a:cubicBezTo>
                <a:cubicBezTo>
                  <a:pt x="8434649" y="998708"/>
                  <a:pt x="8442537" y="1002981"/>
                  <a:pt x="8440612" y="1012606"/>
                </a:cubicBezTo>
                <a:cubicBezTo>
                  <a:pt x="8325717" y="945322"/>
                  <a:pt x="8251671" y="848175"/>
                  <a:pt x="8253596" y="716048"/>
                </a:cubicBezTo>
                <a:cubicBezTo>
                  <a:pt x="8254676" y="639325"/>
                  <a:pt x="8280266" y="571243"/>
                  <a:pt x="8317124" y="505930"/>
                </a:cubicBezTo>
                <a:cubicBezTo>
                  <a:pt x="8320177" y="500531"/>
                  <a:pt x="8324920" y="499263"/>
                  <a:pt x="8330554" y="498183"/>
                </a:cubicBezTo>
                <a:cubicBezTo>
                  <a:pt x="8413285" y="482266"/>
                  <a:pt x="8496111" y="466959"/>
                  <a:pt x="8578609" y="449821"/>
                </a:cubicBezTo>
                <a:cubicBezTo>
                  <a:pt x="8664909" y="431884"/>
                  <a:pt x="8750835" y="411976"/>
                  <a:pt x="8836994" y="393382"/>
                </a:cubicBezTo>
                <a:cubicBezTo>
                  <a:pt x="8892447" y="381409"/>
                  <a:pt x="8948040" y="370234"/>
                  <a:pt x="9003539" y="358496"/>
                </a:cubicBezTo>
                <a:cubicBezTo>
                  <a:pt x="9012084" y="356665"/>
                  <a:pt x="9020442" y="355350"/>
                  <a:pt x="9028893" y="358355"/>
                </a:cubicBezTo>
                <a:lnTo>
                  <a:pt x="9030302" y="33962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7" name="Title 1">
            <a:extLst>
              <a:ext uri="{4093DB4C-3499-470F-ABB0-FC8604D66357}">
                <a16:creationId xmlns:a16="http://schemas.microsoft.com/office/drawing/2010/main" id="{D96C4252-E615-492C-A97B-2027D4590041}"/>
              </a:ext>
            </a:extLst>
          </p:cNvPr>
          <p:cNvSpPr>
            <a:spLocks noGrp="true"/>
          </p:cNvSpPr>
          <p:nvPr>
            <p:ph type="title"/>
          </p:nvPr>
        </p:nvSpPr>
        <p:spPr>
          <a:xfrm rot="0">
            <a:off x="762000" y="762000"/>
            <a:ext cx="7620000" cy="571500"/>
          </a:xfrm>
        </p:spPr>
        <p:txBody>
          <a:bodyPr anchor="b" rtlCol="0"/>
          <a:lstStyle>
            <a:lvl1pPr lvl="0"/>
          </a:lstStyle>
          <a:p>
            <a:pPr/>
            <a:r>
              <a:rPr dirty="0" lang="en-US"/>
              <a:t>Click to edit Master title style</a:t>
            </a:r>
            <a:endParaRPr dirty="0" lang="en-US"/>
          </a:p>
        </p:txBody>
      </p:sp>
      <p:sp>
        <p:nvSpPr>
          <p:cNvPr id="8" name="Content Placeholder 2">
            <a:extLst>
              <a:ext uri="{4CE792B8-630F-4F74-BA87-F6B331974E49}">
                <a16:creationId xmlns:a16="http://schemas.microsoft.com/office/drawing/2010/main" id="{FB0785A8-BA0D-4E78-9F12-70BFB852156F}"/>
              </a:ext>
            </a:extLst>
          </p:cNvPr>
          <p:cNvSpPr>
            <a:spLocks noGrp="true"/>
          </p:cNvSpPr>
          <p:nvPr>
            <p:ph idx="1"/>
          </p:nvPr>
        </p:nvSpPr>
        <p:spPr>
          <a:xfrm rot="0">
            <a:off x="762000" y="1524000"/>
            <a:ext cx="3714750" cy="27622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9" name="Content Placeholder 2">
            <a:extLst>
              <a:ext uri="{4C246741-0431-4569-826F-1F59C984FCB5}">
                <a16:creationId xmlns:a16="http://schemas.microsoft.com/office/drawing/2010/main" id="{FEC78388-1ABC-4856-AD6D-843C02B32DD4}"/>
              </a:ext>
            </a:extLst>
          </p:cNvPr>
          <p:cNvSpPr>
            <a:spLocks noGrp="true"/>
          </p:cNvSpPr>
          <p:nvPr>
            <p:ph idx="2"/>
          </p:nvPr>
        </p:nvSpPr>
        <p:spPr>
          <a:xfrm rot="0">
            <a:off x="4667250" y="1524000"/>
            <a:ext cx="3714750" cy="27622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10" name="Slide Number Placeholder 6">
            <a:extLst>
              <a:ext uri="{1F14AEAE-15E1-4501-9F2A-E51570820EC4}">
                <a16:creationId xmlns:a16="http://schemas.microsoft.com/office/drawing/2010/main" id="{AE691274-5723-40BC-AE7A-7D2620E1EECC}"/>
              </a:ext>
            </a:extLst>
          </p:cNvPr>
          <p:cNvSpPr>
            <a:spLocks noGrp="true"/>
          </p:cNvSpPr>
          <p:nvPr>
            <p:ph idx="12" sz="quarter" type="sldNum"/>
          </p:nvPr>
        </p:nvSpPr>
        <p:spPr/>
        <p:txBody>
          <a:bodyPr rtlCol="0"/>
          <a:lstStyle/>
          <a:p>
            <a:pPr/>
            <a:r>
              <a:rPr dirty="0" lang="en-US"/>
              <a:t>&lt;#&gt;</a:t>
            </a:r>
            <a:endParaRPr dirty="0" lang="en-US"/>
          </a:p>
        </p:txBody>
      </p:sp>
      <p:sp>
        <p:nvSpPr>
          <p:cNvPr hidden="false" id="11" name="Footer Placeholder 5">
            <a:extLst>
              <a:ext uri="{BC934E8E-8484-4920-A09D-984CFAEDCF31}">
                <a16:creationId xmlns:a16="http://schemas.microsoft.com/office/drawing/2010/main" id="{C5E49E46-5179-4CBC-B2DE-B508C3E0C408}"/>
              </a:ext>
            </a:extLst>
          </p:cNvPr>
          <p:cNvSpPr>
            <a:spLocks noGrp="true"/>
          </p:cNvSpPr>
          <p:nvPr>
            <p:ph idx="11" sz="quarter" type="ftr"/>
          </p:nvPr>
        </p:nvSpPr>
        <p:spPr/>
        <p:txBody>
          <a:bodyPr rtlCol="0"/>
          <a:lstStyle/>
          <a:p>
            <a:pPr/>
            <a:r>
              <a:rPr dirty="0" lang="en-US"/>
              <a:t>Footer</a:t>
            </a:r>
            <a:endParaRPr dirty="0" lang="en-US"/>
          </a:p>
        </p:txBody>
      </p:sp>
      <p:sp>
        <p:nvSpPr>
          <p:cNvPr hidden="false" id="12" name="Date Placeholder 4">
            <a:extLst>
              <a:ext uri="{C62EAF0F-D024-41B7-B856-6A53C6C566B5}">
                <a16:creationId xmlns:a16="http://schemas.microsoft.com/office/drawing/2010/main" id="{1E97971D-3D7D-42BA-9034-3E564582DF28}"/>
              </a:ext>
            </a:extLst>
          </p:cNvPr>
          <p:cNvSpPr>
            <a:spLocks noGrp="true"/>
          </p:cNvSpPr>
          <p:nvPr>
            <p:ph idx="10" sz="half" type="dt"/>
          </p:nvPr>
        </p:nvSpPr>
        <p:spPr/>
        <p:txBody>
          <a:bodyPr rtlCol="0"/>
          <a:lstStyle/>
          <a:p>
            <a:pPr/>
            <a:r>
              <a:rPr dirty="0" lang="en-US"/>
              <a:t>Date</a:t>
            </a:r>
            <a:endParaRPr dirty="0" lang="en-US"/>
          </a:p>
        </p:txBody>
      </p:sp>
      <p:sp>
        <p:nvSpPr>
          <p:cNvPr id="13" name="Freeform 11">
            <a:extLst>
              <a:ext uri="{3967944B-ED44-4276-8FAF-DD56D5243609}">
                <a16:creationId xmlns:a16="http://schemas.microsoft.com/office/drawing/2010/main" id="{12FB8CB2-A246-4225-8689-D9F5B672C3B5}"/>
              </a:ext>
            </a:extLst>
          </p:cNvPr>
          <p:cNvSpPr/>
          <p:nvPr/>
        </p:nvSpPr>
        <p:spPr>
          <a:xfrm rot="240000">
            <a:off x="1457071" y="261570"/>
            <a:ext cx="513304" cy="50150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4" name="Freeform 12">
            <a:extLst>
              <a:ext uri="{F861A439-8BB4-4C96-89EA-C45CD826FAF3}">
                <a16:creationId xmlns:a16="http://schemas.microsoft.com/office/drawing/2010/main" id="{B7E98CEB-0E25-449F-B224-FDF6D03E155F}"/>
              </a:ext>
            </a:extLst>
          </p:cNvPr>
          <p:cNvSpPr/>
          <p:nvPr/>
        </p:nvSpPr>
        <p:spPr>
          <a:xfrm rot="240000">
            <a:off x="1353291" y="114105"/>
            <a:ext cx="402631" cy="28112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Tree>
    <p:extLst>
      <p:ext uri="{39FEA4D6-1DE5-4F66-B1D5-F15C81C28162}">
        <p14:creationId xmlns:p14="http://schemas.microsoft.com/office/powerpoint/2010/main" val="1784042247737"/>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Freeform 12">
            <a:extLst>
              <a:ext uri="{B71149C1-A76E-434D-95AD-53CA354514F8}">
                <a16:creationId xmlns:a16="http://schemas.microsoft.com/office/drawing/2010/main" id="{A83A40B0-92DB-4AE4-BF7D-DFDD12574549}"/>
              </a:ext>
            </a:extLst>
          </p:cNvPr>
          <p:cNvSpPr>
            <a:spLocks noChangeAspect="true"/>
          </p:cNvSpPr>
          <p:nvPr/>
        </p:nvSpPr>
        <p:spPr>
          <a:xfrm rot="0">
            <a:off x="5543" y="140989"/>
            <a:ext cx="9189567" cy="1468783"/>
          </a:xfrm>
          <a:custGeom>
            <a:avLst/>
            <a:gdLst/>
            <a:ahLst/>
            <a:cxnLst/>
            <a:rect b="b" l="0" r="r" t="0"/>
            <a:pathLst>
              <a:path h="1428872" w="9030348">
                <a:moveTo>
                  <a:pt x="9030348" y="339480"/>
                </a:moveTo>
                <a:cubicBezTo>
                  <a:pt x="8936676" y="359247"/>
                  <a:pt x="8843051" y="379202"/>
                  <a:pt x="8749331" y="398688"/>
                </a:cubicBezTo>
                <a:cubicBezTo>
                  <a:pt x="8690029" y="411037"/>
                  <a:pt x="8630022" y="420615"/>
                  <a:pt x="8571377" y="435453"/>
                </a:cubicBezTo>
                <a:cubicBezTo>
                  <a:pt x="8525316" y="447144"/>
                  <a:pt x="8478738" y="455784"/>
                  <a:pt x="8432207" y="464188"/>
                </a:cubicBezTo>
                <a:cubicBezTo>
                  <a:pt x="8332102" y="482218"/>
                  <a:pt x="8232372" y="502033"/>
                  <a:pt x="8131328" y="515368"/>
                </a:cubicBezTo>
                <a:cubicBezTo>
                  <a:pt x="8073576" y="522974"/>
                  <a:pt x="8015823" y="532928"/>
                  <a:pt x="7957882" y="539361"/>
                </a:cubicBezTo>
                <a:cubicBezTo>
                  <a:pt x="7893744" y="546498"/>
                  <a:pt x="7829606" y="554292"/>
                  <a:pt x="7764997" y="558236"/>
                </a:cubicBezTo>
                <a:cubicBezTo>
                  <a:pt x="7707854" y="561711"/>
                  <a:pt x="7650806" y="569317"/>
                  <a:pt x="7593476" y="571806"/>
                </a:cubicBezTo>
                <a:cubicBezTo>
                  <a:pt x="7529666" y="574529"/>
                  <a:pt x="7465715" y="574670"/>
                  <a:pt x="7401858" y="576830"/>
                </a:cubicBezTo>
                <a:cubicBezTo>
                  <a:pt x="7355796" y="578379"/>
                  <a:pt x="7309829" y="578286"/>
                  <a:pt x="7263814" y="575750"/>
                </a:cubicBezTo>
                <a:cubicBezTo>
                  <a:pt x="7197516" y="572135"/>
                  <a:pt x="7130936" y="573684"/>
                  <a:pt x="7064966" y="565326"/>
                </a:cubicBezTo>
                <a:cubicBezTo>
                  <a:pt x="6960541" y="552132"/>
                  <a:pt x="6855553" y="545183"/>
                  <a:pt x="6751598" y="525322"/>
                </a:cubicBezTo>
                <a:cubicBezTo>
                  <a:pt x="6641961" y="504428"/>
                  <a:pt x="6533076" y="481139"/>
                  <a:pt x="6425834" y="451088"/>
                </a:cubicBezTo>
                <a:cubicBezTo>
                  <a:pt x="6354746" y="431180"/>
                  <a:pt x="6284034" y="409581"/>
                  <a:pt x="6213604" y="387278"/>
                </a:cubicBezTo>
                <a:cubicBezTo>
                  <a:pt x="6144630" y="365445"/>
                  <a:pt x="6075748" y="343283"/>
                  <a:pt x="6006773" y="321309"/>
                </a:cubicBezTo>
                <a:cubicBezTo>
                  <a:pt x="5941460" y="300555"/>
                  <a:pt x="5876946" y="277407"/>
                  <a:pt x="5811774" y="256090"/>
                </a:cubicBezTo>
                <a:cubicBezTo>
                  <a:pt x="5755571" y="237684"/>
                  <a:pt x="5698429" y="221955"/>
                  <a:pt x="5642695" y="202281"/>
                </a:cubicBezTo>
                <a:cubicBezTo>
                  <a:pt x="5576490" y="178898"/>
                  <a:pt x="5509440" y="158239"/>
                  <a:pt x="5441968" y="139598"/>
                </a:cubicBezTo>
                <a:cubicBezTo>
                  <a:pt x="5361725" y="117436"/>
                  <a:pt x="5281105" y="96213"/>
                  <a:pt x="5200110" y="76399"/>
                </a:cubicBezTo>
                <a:cubicBezTo>
                  <a:pt x="5102399" y="52499"/>
                  <a:pt x="5003422" y="37850"/>
                  <a:pt x="4904491" y="21651"/>
                </a:cubicBezTo>
                <a:cubicBezTo>
                  <a:pt x="4818049" y="7612"/>
                  <a:pt x="4730856" y="-230"/>
                  <a:pt x="4643851" y="5"/>
                </a:cubicBezTo>
                <a:cubicBezTo>
                  <a:pt x="4545154" y="240"/>
                  <a:pt x="4446317" y="2775"/>
                  <a:pt x="4347714" y="15547"/>
                </a:cubicBezTo>
                <a:cubicBezTo>
                  <a:pt x="4276627" y="24750"/>
                  <a:pt x="4205915" y="36019"/>
                  <a:pt x="4135672" y="48931"/>
                </a:cubicBezTo>
                <a:cubicBezTo>
                  <a:pt x="4036224" y="67243"/>
                  <a:pt x="3938138" y="92410"/>
                  <a:pt x="3840428" y="118892"/>
                </a:cubicBezTo>
                <a:cubicBezTo>
                  <a:pt x="3690036" y="159694"/>
                  <a:pt x="3542132" y="208103"/>
                  <a:pt x="3394275" y="256982"/>
                </a:cubicBezTo>
                <a:cubicBezTo>
                  <a:pt x="3280506" y="294592"/>
                  <a:pt x="3167489" y="334549"/>
                  <a:pt x="3053204" y="370375"/>
                </a:cubicBezTo>
                <a:cubicBezTo>
                  <a:pt x="2918588" y="412539"/>
                  <a:pt x="2784582" y="456535"/>
                  <a:pt x="2647760" y="491656"/>
                </a:cubicBezTo>
                <a:cubicBezTo>
                  <a:pt x="2558689" y="514523"/>
                  <a:pt x="2469805" y="537858"/>
                  <a:pt x="2379467" y="554292"/>
                </a:cubicBezTo>
                <a:cubicBezTo>
                  <a:pt x="2324437" y="564293"/>
                  <a:pt x="2269220" y="573825"/>
                  <a:pt x="2213486" y="581056"/>
                </a:cubicBezTo>
                <a:cubicBezTo>
                  <a:pt x="2130707" y="591808"/>
                  <a:pt x="2047834" y="598945"/>
                  <a:pt x="1964726" y="604345"/>
                </a:cubicBezTo>
                <a:cubicBezTo>
                  <a:pt x="1928243" y="606739"/>
                  <a:pt x="1891337" y="608430"/>
                  <a:pt x="1855042" y="607491"/>
                </a:cubicBezTo>
                <a:cubicBezTo>
                  <a:pt x="1752026" y="604720"/>
                  <a:pt x="1648540" y="607960"/>
                  <a:pt x="1546135" y="594344"/>
                </a:cubicBezTo>
                <a:cubicBezTo>
                  <a:pt x="1452650" y="581901"/>
                  <a:pt x="1358837" y="572698"/>
                  <a:pt x="1265587" y="557485"/>
                </a:cubicBezTo>
                <a:cubicBezTo>
                  <a:pt x="1184029" y="544150"/>
                  <a:pt x="1103691" y="524899"/>
                  <a:pt x="1022039" y="512269"/>
                </a:cubicBezTo>
                <a:cubicBezTo>
                  <a:pt x="969216" y="504099"/>
                  <a:pt x="917661" y="487524"/>
                  <a:pt x="865589" y="474471"/>
                </a:cubicBezTo>
                <a:cubicBezTo>
                  <a:pt x="747548" y="444843"/>
                  <a:pt x="631056" y="409816"/>
                  <a:pt x="515316" y="372347"/>
                </a:cubicBezTo>
                <a:cubicBezTo>
                  <a:pt x="434649" y="346241"/>
                  <a:pt x="354265" y="319196"/>
                  <a:pt x="273786" y="292526"/>
                </a:cubicBezTo>
                <a:cubicBezTo>
                  <a:pt x="194623" y="266326"/>
                  <a:pt x="115412" y="240173"/>
                  <a:pt x="36295" y="213785"/>
                </a:cubicBezTo>
                <a:cubicBezTo>
                  <a:pt x="24510" y="209841"/>
                  <a:pt x="13053" y="204864"/>
                  <a:pt x="1409" y="200356"/>
                </a:cubicBezTo>
                <a:lnTo>
                  <a:pt x="0" y="219091"/>
                </a:lnTo>
                <a:cubicBezTo>
                  <a:pt x="37751" y="223410"/>
                  <a:pt x="71229" y="241487"/>
                  <a:pt x="106726" y="252850"/>
                </a:cubicBezTo>
                <a:cubicBezTo>
                  <a:pt x="221762" y="289662"/>
                  <a:pt x="336141" y="328305"/>
                  <a:pt x="450848" y="366149"/>
                </a:cubicBezTo>
                <a:cubicBezTo>
                  <a:pt x="462634" y="370046"/>
                  <a:pt x="474842" y="372817"/>
                  <a:pt x="486533" y="377042"/>
                </a:cubicBezTo>
                <a:cubicBezTo>
                  <a:pt x="497661" y="381080"/>
                  <a:pt x="500807" y="386011"/>
                  <a:pt x="490524" y="396716"/>
                </a:cubicBezTo>
                <a:cubicBezTo>
                  <a:pt x="472353" y="415638"/>
                  <a:pt x="455544" y="436016"/>
                  <a:pt x="439251" y="456582"/>
                </a:cubicBezTo>
                <a:cubicBezTo>
                  <a:pt x="404317" y="500718"/>
                  <a:pt x="405773" y="587395"/>
                  <a:pt x="440847" y="632329"/>
                </a:cubicBezTo>
                <a:cubicBezTo>
                  <a:pt x="468644" y="667967"/>
                  <a:pt x="503859" y="697876"/>
                  <a:pt x="524143" y="739383"/>
                </a:cubicBezTo>
                <a:cubicBezTo>
                  <a:pt x="527570" y="746379"/>
                  <a:pt x="533534" y="751450"/>
                  <a:pt x="539778" y="741684"/>
                </a:cubicBezTo>
                <a:cubicBezTo>
                  <a:pt x="572646" y="690035"/>
                  <a:pt x="599456" y="637025"/>
                  <a:pt x="583117" y="572463"/>
                </a:cubicBezTo>
                <a:cubicBezTo>
                  <a:pt x="572881" y="531942"/>
                  <a:pt x="541328" y="505367"/>
                  <a:pt x="519541" y="472546"/>
                </a:cubicBezTo>
                <a:cubicBezTo>
                  <a:pt x="513250" y="463108"/>
                  <a:pt x="508789" y="443576"/>
                  <a:pt x="492872" y="448177"/>
                </a:cubicBezTo>
                <a:cubicBezTo>
                  <a:pt x="478833" y="452215"/>
                  <a:pt x="481744" y="470480"/>
                  <a:pt x="477471" y="482735"/>
                </a:cubicBezTo>
                <a:cubicBezTo>
                  <a:pt x="470146" y="503676"/>
                  <a:pt x="481133" y="523444"/>
                  <a:pt x="481697" y="546216"/>
                </a:cubicBezTo>
                <a:cubicBezTo>
                  <a:pt x="447749" y="500249"/>
                  <a:pt x="467000" y="414934"/>
                  <a:pt x="514001" y="392349"/>
                </a:cubicBezTo>
                <a:cubicBezTo>
                  <a:pt x="521185" y="388922"/>
                  <a:pt x="527383" y="390706"/>
                  <a:pt x="534238" y="392913"/>
                </a:cubicBezTo>
                <a:cubicBezTo>
                  <a:pt x="670075" y="436720"/>
                  <a:pt x="807367" y="475739"/>
                  <a:pt x="946256" y="508466"/>
                </a:cubicBezTo>
                <a:cubicBezTo>
                  <a:pt x="1042557" y="531144"/>
                  <a:pt x="1139798" y="549597"/>
                  <a:pt x="1237368" y="566735"/>
                </a:cubicBezTo>
                <a:cubicBezTo>
                  <a:pt x="1386962" y="593076"/>
                  <a:pt x="1537495" y="608946"/>
                  <a:pt x="1688873" y="617163"/>
                </a:cubicBezTo>
                <a:cubicBezTo>
                  <a:pt x="1765924" y="621342"/>
                  <a:pt x="1843210" y="618196"/>
                  <a:pt x="1920355" y="618290"/>
                </a:cubicBezTo>
                <a:cubicBezTo>
                  <a:pt x="2013557" y="618431"/>
                  <a:pt x="2105680" y="607866"/>
                  <a:pt x="2197709" y="597959"/>
                </a:cubicBezTo>
                <a:cubicBezTo>
                  <a:pt x="2280113" y="589085"/>
                  <a:pt x="2361671" y="572416"/>
                  <a:pt x="2443042" y="555184"/>
                </a:cubicBezTo>
                <a:cubicBezTo>
                  <a:pt x="2520562" y="538751"/>
                  <a:pt x="2596909" y="518326"/>
                  <a:pt x="2673537" y="498652"/>
                </a:cubicBezTo>
                <a:cubicBezTo>
                  <a:pt x="2730163" y="484097"/>
                  <a:pt x="2786461" y="468039"/>
                  <a:pt x="2842335" y="450854"/>
                </a:cubicBezTo>
                <a:cubicBezTo>
                  <a:pt x="2944882" y="419348"/>
                  <a:pt x="3047100" y="386762"/>
                  <a:pt x="3149318" y="354082"/>
                </a:cubicBezTo>
                <a:cubicBezTo>
                  <a:pt x="3163873" y="349434"/>
                  <a:pt x="3180401" y="333939"/>
                  <a:pt x="3192233" y="342766"/>
                </a:cubicBezTo>
                <a:cubicBezTo>
                  <a:pt x="3205709" y="352814"/>
                  <a:pt x="3191294" y="371549"/>
                  <a:pt x="3189228" y="386339"/>
                </a:cubicBezTo>
                <a:cubicBezTo>
                  <a:pt x="3178852" y="461089"/>
                  <a:pt x="3188994" y="533351"/>
                  <a:pt x="3218340" y="602044"/>
                </a:cubicBezTo>
                <a:cubicBezTo>
                  <a:pt x="3243648" y="661299"/>
                  <a:pt x="3292479" y="694449"/>
                  <a:pt x="3353754" y="711117"/>
                </a:cubicBezTo>
                <a:cubicBezTo>
                  <a:pt x="3410943" y="726659"/>
                  <a:pt x="3470856" y="730321"/>
                  <a:pt x="3526684" y="751732"/>
                </a:cubicBezTo>
                <a:cubicBezTo>
                  <a:pt x="3539878" y="756803"/>
                  <a:pt x="3552837" y="761921"/>
                  <a:pt x="3564904" y="769293"/>
                </a:cubicBezTo>
                <a:cubicBezTo>
                  <a:pt x="3574342" y="775068"/>
                  <a:pt x="3581056" y="772345"/>
                  <a:pt x="3579225" y="761029"/>
                </a:cubicBezTo>
                <a:cubicBezTo>
                  <a:pt x="3566313" y="680973"/>
                  <a:pt x="3558519" y="599227"/>
                  <a:pt x="3499310" y="535229"/>
                </a:cubicBezTo>
                <a:cubicBezTo>
                  <a:pt x="3464471" y="497572"/>
                  <a:pt x="3422494" y="474941"/>
                  <a:pt x="3372253" y="465926"/>
                </a:cubicBezTo>
                <a:cubicBezTo>
                  <a:pt x="3337743" y="459728"/>
                  <a:pt x="3303326" y="452591"/>
                  <a:pt x="3270458" y="439679"/>
                </a:cubicBezTo>
                <a:cubicBezTo>
                  <a:pt x="3261960" y="436345"/>
                  <a:pt x="3252193" y="428973"/>
                  <a:pt x="3244305" y="436580"/>
                </a:cubicBezTo>
                <a:cubicBezTo>
                  <a:pt x="3235759" y="444843"/>
                  <a:pt x="3238295" y="457286"/>
                  <a:pt x="3242052" y="467569"/>
                </a:cubicBezTo>
                <a:cubicBezTo>
                  <a:pt x="3257969" y="511048"/>
                  <a:pt x="3287315" y="543399"/>
                  <a:pt x="3326145" y="568003"/>
                </a:cubicBezTo>
                <a:cubicBezTo>
                  <a:pt x="3336804" y="574764"/>
                  <a:pt x="3350608" y="577393"/>
                  <a:pt x="3359811" y="590775"/>
                </a:cubicBezTo>
                <a:cubicBezTo>
                  <a:pt x="3226228" y="554527"/>
                  <a:pt x="3185707" y="456441"/>
                  <a:pt x="3215476" y="339010"/>
                </a:cubicBezTo>
                <a:cubicBezTo>
                  <a:pt x="3218715" y="326192"/>
                  <a:pt x="3229139" y="324783"/>
                  <a:pt x="3238248" y="321731"/>
                </a:cubicBezTo>
                <a:cubicBezTo>
                  <a:pt x="3321732" y="293747"/>
                  <a:pt x="3405121" y="265340"/>
                  <a:pt x="3489027" y="238717"/>
                </a:cubicBezTo>
                <a:cubicBezTo>
                  <a:pt x="3619464" y="197351"/>
                  <a:pt x="3749995" y="155985"/>
                  <a:pt x="3882310" y="121005"/>
                </a:cubicBezTo>
                <a:cubicBezTo>
                  <a:pt x="3968094" y="98373"/>
                  <a:pt x="4054630" y="78371"/>
                  <a:pt x="4141588" y="60763"/>
                </a:cubicBezTo>
                <a:cubicBezTo>
                  <a:pt x="4168023" y="55410"/>
                  <a:pt x="4196899" y="54049"/>
                  <a:pt x="4223287" y="49870"/>
                </a:cubicBezTo>
                <a:cubicBezTo>
                  <a:pt x="4255639" y="44752"/>
                  <a:pt x="4288412" y="35737"/>
                  <a:pt x="4321373" y="32028"/>
                </a:cubicBezTo>
                <a:cubicBezTo>
                  <a:pt x="4382507" y="25125"/>
                  <a:pt x="4443876" y="19115"/>
                  <a:pt x="4505338" y="15829"/>
                </a:cubicBezTo>
                <a:cubicBezTo>
                  <a:pt x="4616336" y="9865"/>
                  <a:pt x="4727287" y="13950"/>
                  <a:pt x="4837816" y="26017"/>
                </a:cubicBezTo>
                <a:cubicBezTo>
                  <a:pt x="4887446" y="31464"/>
                  <a:pt x="4937076" y="37991"/>
                  <a:pt x="4986236" y="46442"/>
                </a:cubicBezTo>
                <a:cubicBezTo>
                  <a:pt x="5090004" y="64285"/>
                  <a:pt x="5193348" y="85038"/>
                  <a:pt x="5294862" y="112835"/>
                </a:cubicBezTo>
                <a:cubicBezTo>
                  <a:pt x="5355479" y="129409"/>
                  <a:pt x="5416331" y="145373"/>
                  <a:pt x="5476479" y="163826"/>
                </a:cubicBezTo>
                <a:cubicBezTo>
                  <a:pt x="5515263" y="175706"/>
                  <a:pt x="5554187" y="187115"/>
                  <a:pt x="5592783" y="199652"/>
                </a:cubicBezTo>
                <a:cubicBezTo>
                  <a:pt x="5685610" y="229796"/>
                  <a:pt x="5778203" y="260504"/>
                  <a:pt x="5870936" y="290883"/>
                </a:cubicBezTo>
                <a:cubicBezTo>
                  <a:pt x="5986160" y="328633"/>
                  <a:pt x="6101009" y="367417"/>
                  <a:pt x="6216702" y="403759"/>
                </a:cubicBezTo>
                <a:cubicBezTo>
                  <a:pt x="6352069" y="446299"/>
                  <a:pt x="6488470" y="486116"/>
                  <a:pt x="6627358" y="515133"/>
                </a:cubicBezTo>
                <a:cubicBezTo>
                  <a:pt x="6723425" y="535182"/>
                  <a:pt x="6819962" y="553494"/>
                  <a:pt x="6918048" y="564012"/>
                </a:cubicBezTo>
                <a:cubicBezTo>
                  <a:pt x="6998949" y="572698"/>
                  <a:pt x="7079850" y="580586"/>
                  <a:pt x="7160939" y="584859"/>
                </a:cubicBezTo>
                <a:cubicBezTo>
                  <a:pt x="7285554" y="591480"/>
                  <a:pt x="7410262" y="591902"/>
                  <a:pt x="7535158" y="586784"/>
                </a:cubicBezTo>
                <a:cubicBezTo>
                  <a:pt x="7661510" y="581619"/>
                  <a:pt x="7787064" y="570116"/>
                  <a:pt x="7912806" y="558189"/>
                </a:cubicBezTo>
                <a:cubicBezTo>
                  <a:pt x="8036106" y="546498"/>
                  <a:pt x="8158139" y="526871"/>
                  <a:pt x="8280078" y="506822"/>
                </a:cubicBezTo>
                <a:cubicBezTo>
                  <a:pt x="8284585" y="512081"/>
                  <a:pt x="8280452" y="516213"/>
                  <a:pt x="8278528" y="519875"/>
                </a:cubicBezTo>
                <a:cubicBezTo>
                  <a:pt x="8217066" y="637118"/>
                  <a:pt x="8189739" y="762719"/>
                  <a:pt x="8188518" y="894189"/>
                </a:cubicBezTo>
                <a:cubicBezTo>
                  <a:pt x="8187109" y="1045098"/>
                  <a:pt x="8255426" y="1154594"/>
                  <a:pt x="8387742" y="1226668"/>
                </a:cubicBezTo>
                <a:cubicBezTo>
                  <a:pt x="8455026" y="1263338"/>
                  <a:pt x="8525691" y="1293107"/>
                  <a:pt x="8592741" y="1330059"/>
                </a:cubicBezTo>
                <a:cubicBezTo>
                  <a:pt x="8632464" y="1351940"/>
                  <a:pt x="8670261" y="1376966"/>
                  <a:pt x="8703223" y="1408566"/>
                </a:cubicBezTo>
                <a:cubicBezTo>
                  <a:pt x="8707167" y="1412322"/>
                  <a:pt x="8711346" y="1415844"/>
                  <a:pt x="8715431" y="1419459"/>
                </a:cubicBezTo>
                <a:cubicBezTo>
                  <a:pt x="8721300" y="1424624"/>
                  <a:pt x="8727075" y="1431057"/>
                  <a:pt x="8735856" y="1428145"/>
                </a:cubicBezTo>
                <a:cubicBezTo>
                  <a:pt x="8745715" y="1424859"/>
                  <a:pt x="8743274" y="1415374"/>
                  <a:pt x="8743838" y="1408049"/>
                </a:cubicBezTo>
                <a:cubicBezTo>
                  <a:pt x="8749331" y="1336304"/>
                  <a:pt x="8759802" y="1264418"/>
                  <a:pt x="8758722" y="1192767"/>
                </a:cubicBezTo>
                <a:cubicBezTo>
                  <a:pt x="8756703" y="1060170"/>
                  <a:pt x="8714491" y="943491"/>
                  <a:pt x="8606123" y="857378"/>
                </a:cubicBezTo>
                <a:cubicBezTo>
                  <a:pt x="8555883" y="817467"/>
                  <a:pt x="8496251" y="795117"/>
                  <a:pt x="8441503" y="763752"/>
                </a:cubicBezTo>
                <a:cubicBezTo>
                  <a:pt x="8406851" y="743938"/>
                  <a:pt x="8371684" y="725344"/>
                  <a:pt x="8340836" y="699661"/>
                </a:cubicBezTo>
                <a:cubicBezTo>
                  <a:pt x="8333792" y="693792"/>
                  <a:pt x="8326938" y="685246"/>
                  <a:pt x="8316326" y="689800"/>
                </a:cubicBezTo>
                <a:cubicBezTo>
                  <a:pt x="8305198" y="694590"/>
                  <a:pt x="8301582" y="704591"/>
                  <a:pt x="8300174" y="716376"/>
                </a:cubicBezTo>
                <a:cubicBezTo>
                  <a:pt x="8291535" y="787793"/>
                  <a:pt x="8315810" y="849912"/>
                  <a:pt x="8352762" y="908886"/>
                </a:cubicBezTo>
                <a:cubicBezTo>
                  <a:pt x="8373422" y="941847"/>
                  <a:pt x="8403894" y="965512"/>
                  <a:pt x="8429813" y="993496"/>
                </a:cubicBezTo>
                <a:cubicBezTo>
                  <a:pt x="8434649" y="998708"/>
                  <a:pt x="8442537" y="1002981"/>
                  <a:pt x="8440612" y="1012606"/>
                </a:cubicBezTo>
                <a:cubicBezTo>
                  <a:pt x="8325717" y="945322"/>
                  <a:pt x="8251671" y="848175"/>
                  <a:pt x="8253596" y="716048"/>
                </a:cubicBezTo>
                <a:cubicBezTo>
                  <a:pt x="8254676" y="639325"/>
                  <a:pt x="8280266" y="571243"/>
                  <a:pt x="8317124" y="505930"/>
                </a:cubicBezTo>
                <a:cubicBezTo>
                  <a:pt x="8320177" y="500531"/>
                  <a:pt x="8324920" y="499263"/>
                  <a:pt x="8330554" y="498183"/>
                </a:cubicBezTo>
                <a:cubicBezTo>
                  <a:pt x="8413285" y="482266"/>
                  <a:pt x="8496111" y="466959"/>
                  <a:pt x="8578609" y="449821"/>
                </a:cubicBezTo>
                <a:cubicBezTo>
                  <a:pt x="8664909" y="431884"/>
                  <a:pt x="8750835" y="411976"/>
                  <a:pt x="8836994" y="393382"/>
                </a:cubicBezTo>
                <a:cubicBezTo>
                  <a:pt x="8892447" y="381409"/>
                  <a:pt x="8948040" y="370234"/>
                  <a:pt x="9003539" y="358496"/>
                </a:cubicBezTo>
                <a:cubicBezTo>
                  <a:pt x="9012084" y="356665"/>
                  <a:pt x="9020442" y="355350"/>
                  <a:pt x="9028893" y="358355"/>
                </a:cubicBezTo>
                <a:lnTo>
                  <a:pt x="9030302" y="33962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Freeform 16">
            <a:extLst>
              <a:ext uri="{AC8153A2-A76D-4CA8-8EE3-1E44D3403325}">
                <a16:creationId xmlns:a16="http://schemas.microsoft.com/office/drawing/2010/main" id="{BAB94DD6-0F80-46C1-9B43-8924BDB163A9}"/>
              </a:ext>
            </a:extLst>
          </p:cNvPr>
          <p:cNvSpPr>
            <a:spLocks noChangeAspect="true"/>
          </p:cNvSpPr>
          <p:nvPr/>
        </p:nvSpPr>
        <p:spPr>
          <a:xfrm flipH="true" flipV="true" rot="0">
            <a:off x="-22780" y="3505200"/>
            <a:ext cx="9189567" cy="1468783"/>
          </a:xfrm>
          <a:custGeom>
            <a:avLst/>
            <a:gdLst/>
            <a:ahLst/>
            <a:cxnLst/>
            <a:rect b="b" l="0" r="r" t="0"/>
            <a:pathLst>
              <a:path h="1428872" w="9030348">
                <a:moveTo>
                  <a:pt x="9030348" y="339480"/>
                </a:moveTo>
                <a:cubicBezTo>
                  <a:pt x="8936676" y="359247"/>
                  <a:pt x="8843051" y="379202"/>
                  <a:pt x="8749331" y="398688"/>
                </a:cubicBezTo>
                <a:cubicBezTo>
                  <a:pt x="8690029" y="411037"/>
                  <a:pt x="8630022" y="420615"/>
                  <a:pt x="8571377" y="435453"/>
                </a:cubicBezTo>
                <a:cubicBezTo>
                  <a:pt x="8525316" y="447144"/>
                  <a:pt x="8478738" y="455784"/>
                  <a:pt x="8432207" y="464188"/>
                </a:cubicBezTo>
                <a:cubicBezTo>
                  <a:pt x="8332102" y="482218"/>
                  <a:pt x="8232372" y="502033"/>
                  <a:pt x="8131328" y="515368"/>
                </a:cubicBezTo>
                <a:cubicBezTo>
                  <a:pt x="8073576" y="522974"/>
                  <a:pt x="8015823" y="532928"/>
                  <a:pt x="7957882" y="539361"/>
                </a:cubicBezTo>
                <a:cubicBezTo>
                  <a:pt x="7893744" y="546498"/>
                  <a:pt x="7829606" y="554292"/>
                  <a:pt x="7764997" y="558236"/>
                </a:cubicBezTo>
                <a:cubicBezTo>
                  <a:pt x="7707854" y="561711"/>
                  <a:pt x="7650806" y="569317"/>
                  <a:pt x="7593476" y="571806"/>
                </a:cubicBezTo>
                <a:cubicBezTo>
                  <a:pt x="7529666" y="574529"/>
                  <a:pt x="7465715" y="574670"/>
                  <a:pt x="7401858" y="576830"/>
                </a:cubicBezTo>
                <a:cubicBezTo>
                  <a:pt x="7355796" y="578379"/>
                  <a:pt x="7309829" y="578286"/>
                  <a:pt x="7263814" y="575750"/>
                </a:cubicBezTo>
                <a:cubicBezTo>
                  <a:pt x="7197516" y="572135"/>
                  <a:pt x="7130936" y="573684"/>
                  <a:pt x="7064966" y="565326"/>
                </a:cubicBezTo>
                <a:cubicBezTo>
                  <a:pt x="6960541" y="552132"/>
                  <a:pt x="6855553" y="545183"/>
                  <a:pt x="6751598" y="525322"/>
                </a:cubicBezTo>
                <a:cubicBezTo>
                  <a:pt x="6641961" y="504428"/>
                  <a:pt x="6533076" y="481139"/>
                  <a:pt x="6425834" y="451088"/>
                </a:cubicBezTo>
                <a:cubicBezTo>
                  <a:pt x="6354746" y="431180"/>
                  <a:pt x="6284034" y="409581"/>
                  <a:pt x="6213604" y="387278"/>
                </a:cubicBezTo>
                <a:cubicBezTo>
                  <a:pt x="6144630" y="365445"/>
                  <a:pt x="6075748" y="343283"/>
                  <a:pt x="6006773" y="321309"/>
                </a:cubicBezTo>
                <a:cubicBezTo>
                  <a:pt x="5941460" y="300555"/>
                  <a:pt x="5876946" y="277407"/>
                  <a:pt x="5811774" y="256090"/>
                </a:cubicBezTo>
                <a:cubicBezTo>
                  <a:pt x="5755571" y="237684"/>
                  <a:pt x="5698429" y="221955"/>
                  <a:pt x="5642695" y="202281"/>
                </a:cubicBezTo>
                <a:cubicBezTo>
                  <a:pt x="5576490" y="178898"/>
                  <a:pt x="5509440" y="158239"/>
                  <a:pt x="5441968" y="139598"/>
                </a:cubicBezTo>
                <a:cubicBezTo>
                  <a:pt x="5361725" y="117436"/>
                  <a:pt x="5281105" y="96213"/>
                  <a:pt x="5200110" y="76399"/>
                </a:cubicBezTo>
                <a:cubicBezTo>
                  <a:pt x="5102399" y="52499"/>
                  <a:pt x="5003422" y="37850"/>
                  <a:pt x="4904491" y="21651"/>
                </a:cubicBezTo>
                <a:cubicBezTo>
                  <a:pt x="4818049" y="7612"/>
                  <a:pt x="4730856" y="-230"/>
                  <a:pt x="4643851" y="5"/>
                </a:cubicBezTo>
                <a:cubicBezTo>
                  <a:pt x="4545154" y="240"/>
                  <a:pt x="4446317" y="2775"/>
                  <a:pt x="4347714" y="15547"/>
                </a:cubicBezTo>
                <a:cubicBezTo>
                  <a:pt x="4276627" y="24750"/>
                  <a:pt x="4205915" y="36019"/>
                  <a:pt x="4135672" y="48931"/>
                </a:cubicBezTo>
                <a:cubicBezTo>
                  <a:pt x="4036224" y="67243"/>
                  <a:pt x="3938138" y="92410"/>
                  <a:pt x="3840428" y="118892"/>
                </a:cubicBezTo>
                <a:cubicBezTo>
                  <a:pt x="3690036" y="159694"/>
                  <a:pt x="3542132" y="208103"/>
                  <a:pt x="3394275" y="256982"/>
                </a:cubicBezTo>
                <a:cubicBezTo>
                  <a:pt x="3280506" y="294592"/>
                  <a:pt x="3167489" y="334549"/>
                  <a:pt x="3053204" y="370375"/>
                </a:cubicBezTo>
                <a:cubicBezTo>
                  <a:pt x="2918588" y="412539"/>
                  <a:pt x="2784582" y="456535"/>
                  <a:pt x="2647760" y="491656"/>
                </a:cubicBezTo>
                <a:cubicBezTo>
                  <a:pt x="2558689" y="514523"/>
                  <a:pt x="2469805" y="537858"/>
                  <a:pt x="2379467" y="554292"/>
                </a:cubicBezTo>
                <a:cubicBezTo>
                  <a:pt x="2324437" y="564293"/>
                  <a:pt x="2269220" y="573825"/>
                  <a:pt x="2213486" y="581056"/>
                </a:cubicBezTo>
                <a:cubicBezTo>
                  <a:pt x="2130707" y="591808"/>
                  <a:pt x="2047834" y="598945"/>
                  <a:pt x="1964726" y="604345"/>
                </a:cubicBezTo>
                <a:cubicBezTo>
                  <a:pt x="1928243" y="606739"/>
                  <a:pt x="1891337" y="608430"/>
                  <a:pt x="1855042" y="607491"/>
                </a:cubicBezTo>
                <a:cubicBezTo>
                  <a:pt x="1752026" y="604720"/>
                  <a:pt x="1648540" y="607960"/>
                  <a:pt x="1546135" y="594344"/>
                </a:cubicBezTo>
                <a:cubicBezTo>
                  <a:pt x="1452650" y="581901"/>
                  <a:pt x="1358837" y="572698"/>
                  <a:pt x="1265587" y="557485"/>
                </a:cubicBezTo>
                <a:cubicBezTo>
                  <a:pt x="1184029" y="544150"/>
                  <a:pt x="1103691" y="524899"/>
                  <a:pt x="1022039" y="512269"/>
                </a:cubicBezTo>
                <a:cubicBezTo>
                  <a:pt x="969216" y="504099"/>
                  <a:pt x="917661" y="487524"/>
                  <a:pt x="865589" y="474471"/>
                </a:cubicBezTo>
                <a:cubicBezTo>
                  <a:pt x="747548" y="444843"/>
                  <a:pt x="631056" y="409816"/>
                  <a:pt x="515316" y="372347"/>
                </a:cubicBezTo>
                <a:cubicBezTo>
                  <a:pt x="434649" y="346241"/>
                  <a:pt x="354265" y="319196"/>
                  <a:pt x="273786" y="292526"/>
                </a:cubicBezTo>
                <a:cubicBezTo>
                  <a:pt x="194623" y="266326"/>
                  <a:pt x="115412" y="240173"/>
                  <a:pt x="36295" y="213785"/>
                </a:cubicBezTo>
                <a:cubicBezTo>
                  <a:pt x="24510" y="209841"/>
                  <a:pt x="13053" y="204864"/>
                  <a:pt x="1409" y="200356"/>
                </a:cubicBezTo>
                <a:lnTo>
                  <a:pt x="0" y="219091"/>
                </a:lnTo>
                <a:cubicBezTo>
                  <a:pt x="37751" y="223410"/>
                  <a:pt x="71229" y="241487"/>
                  <a:pt x="106726" y="252850"/>
                </a:cubicBezTo>
                <a:cubicBezTo>
                  <a:pt x="221762" y="289662"/>
                  <a:pt x="336141" y="328305"/>
                  <a:pt x="450848" y="366149"/>
                </a:cubicBezTo>
                <a:cubicBezTo>
                  <a:pt x="462634" y="370046"/>
                  <a:pt x="474842" y="372817"/>
                  <a:pt x="486533" y="377042"/>
                </a:cubicBezTo>
                <a:cubicBezTo>
                  <a:pt x="497661" y="381080"/>
                  <a:pt x="500807" y="386011"/>
                  <a:pt x="490524" y="396716"/>
                </a:cubicBezTo>
                <a:cubicBezTo>
                  <a:pt x="472353" y="415638"/>
                  <a:pt x="455544" y="436016"/>
                  <a:pt x="439251" y="456582"/>
                </a:cubicBezTo>
                <a:cubicBezTo>
                  <a:pt x="404317" y="500718"/>
                  <a:pt x="405773" y="587395"/>
                  <a:pt x="440847" y="632329"/>
                </a:cubicBezTo>
                <a:cubicBezTo>
                  <a:pt x="468644" y="667967"/>
                  <a:pt x="503859" y="697876"/>
                  <a:pt x="524143" y="739383"/>
                </a:cubicBezTo>
                <a:cubicBezTo>
                  <a:pt x="527570" y="746379"/>
                  <a:pt x="533534" y="751450"/>
                  <a:pt x="539778" y="741684"/>
                </a:cubicBezTo>
                <a:cubicBezTo>
                  <a:pt x="572646" y="690035"/>
                  <a:pt x="599456" y="637025"/>
                  <a:pt x="583117" y="572463"/>
                </a:cubicBezTo>
                <a:cubicBezTo>
                  <a:pt x="572881" y="531942"/>
                  <a:pt x="541328" y="505367"/>
                  <a:pt x="519541" y="472546"/>
                </a:cubicBezTo>
                <a:cubicBezTo>
                  <a:pt x="513250" y="463108"/>
                  <a:pt x="508789" y="443576"/>
                  <a:pt x="492872" y="448177"/>
                </a:cubicBezTo>
                <a:cubicBezTo>
                  <a:pt x="478833" y="452215"/>
                  <a:pt x="481744" y="470480"/>
                  <a:pt x="477471" y="482735"/>
                </a:cubicBezTo>
                <a:cubicBezTo>
                  <a:pt x="470146" y="503676"/>
                  <a:pt x="481133" y="523444"/>
                  <a:pt x="481697" y="546216"/>
                </a:cubicBezTo>
                <a:cubicBezTo>
                  <a:pt x="447749" y="500249"/>
                  <a:pt x="467000" y="414934"/>
                  <a:pt x="514001" y="392349"/>
                </a:cubicBezTo>
                <a:cubicBezTo>
                  <a:pt x="521185" y="388922"/>
                  <a:pt x="527383" y="390706"/>
                  <a:pt x="534238" y="392913"/>
                </a:cubicBezTo>
                <a:cubicBezTo>
                  <a:pt x="670075" y="436720"/>
                  <a:pt x="807367" y="475739"/>
                  <a:pt x="946256" y="508466"/>
                </a:cubicBezTo>
                <a:cubicBezTo>
                  <a:pt x="1042557" y="531144"/>
                  <a:pt x="1139798" y="549597"/>
                  <a:pt x="1237368" y="566735"/>
                </a:cubicBezTo>
                <a:cubicBezTo>
                  <a:pt x="1386962" y="593076"/>
                  <a:pt x="1537495" y="608946"/>
                  <a:pt x="1688873" y="617163"/>
                </a:cubicBezTo>
                <a:cubicBezTo>
                  <a:pt x="1765924" y="621342"/>
                  <a:pt x="1843210" y="618196"/>
                  <a:pt x="1920355" y="618290"/>
                </a:cubicBezTo>
                <a:cubicBezTo>
                  <a:pt x="2013557" y="618431"/>
                  <a:pt x="2105680" y="607866"/>
                  <a:pt x="2197709" y="597959"/>
                </a:cubicBezTo>
                <a:cubicBezTo>
                  <a:pt x="2280113" y="589085"/>
                  <a:pt x="2361671" y="572416"/>
                  <a:pt x="2443042" y="555184"/>
                </a:cubicBezTo>
                <a:cubicBezTo>
                  <a:pt x="2520562" y="538751"/>
                  <a:pt x="2596909" y="518326"/>
                  <a:pt x="2673537" y="498652"/>
                </a:cubicBezTo>
                <a:cubicBezTo>
                  <a:pt x="2730163" y="484097"/>
                  <a:pt x="2786461" y="468039"/>
                  <a:pt x="2842335" y="450854"/>
                </a:cubicBezTo>
                <a:cubicBezTo>
                  <a:pt x="2944882" y="419348"/>
                  <a:pt x="3047100" y="386762"/>
                  <a:pt x="3149318" y="354082"/>
                </a:cubicBezTo>
                <a:cubicBezTo>
                  <a:pt x="3163873" y="349434"/>
                  <a:pt x="3180401" y="333939"/>
                  <a:pt x="3192233" y="342766"/>
                </a:cubicBezTo>
                <a:cubicBezTo>
                  <a:pt x="3205709" y="352814"/>
                  <a:pt x="3191294" y="371549"/>
                  <a:pt x="3189228" y="386339"/>
                </a:cubicBezTo>
                <a:cubicBezTo>
                  <a:pt x="3178852" y="461089"/>
                  <a:pt x="3188994" y="533351"/>
                  <a:pt x="3218340" y="602044"/>
                </a:cubicBezTo>
                <a:cubicBezTo>
                  <a:pt x="3243648" y="661299"/>
                  <a:pt x="3292479" y="694449"/>
                  <a:pt x="3353754" y="711117"/>
                </a:cubicBezTo>
                <a:cubicBezTo>
                  <a:pt x="3410943" y="726659"/>
                  <a:pt x="3470856" y="730321"/>
                  <a:pt x="3526684" y="751732"/>
                </a:cubicBezTo>
                <a:cubicBezTo>
                  <a:pt x="3539878" y="756803"/>
                  <a:pt x="3552837" y="761921"/>
                  <a:pt x="3564904" y="769293"/>
                </a:cubicBezTo>
                <a:cubicBezTo>
                  <a:pt x="3574342" y="775068"/>
                  <a:pt x="3581056" y="772345"/>
                  <a:pt x="3579225" y="761029"/>
                </a:cubicBezTo>
                <a:cubicBezTo>
                  <a:pt x="3566313" y="680973"/>
                  <a:pt x="3558519" y="599227"/>
                  <a:pt x="3499310" y="535229"/>
                </a:cubicBezTo>
                <a:cubicBezTo>
                  <a:pt x="3464471" y="497572"/>
                  <a:pt x="3422494" y="474941"/>
                  <a:pt x="3372253" y="465926"/>
                </a:cubicBezTo>
                <a:cubicBezTo>
                  <a:pt x="3337743" y="459728"/>
                  <a:pt x="3303326" y="452591"/>
                  <a:pt x="3270458" y="439679"/>
                </a:cubicBezTo>
                <a:cubicBezTo>
                  <a:pt x="3261960" y="436345"/>
                  <a:pt x="3252193" y="428973"/>
                  <a:pt x="3244305" y="436580"/>
                </a:cubicBezTo>
                <a:cubicBezTo>
                  <a:pt x="3235759" y="444843"/>
                  <a:pt x="3238295" y="457286"/>
                  <a:pt x="3242052" y="467569"/>
                </a:cubicBezTo>
                <a:cubicBezTo>
                  <a:pt x="3257969" y="511048"/>
                  <a:pt x="3287315" y="543399"/>
                  <a:pt x="3326145" y="568003"/>
                </a:cubicBezTo>
                <a:cubicBezTo>
                  <a:pt x="3336804" y="574764"/>
                  <a:pt x="3350608" y="577393"/>
                  <a:pt x="3359811" y="590775"/>
                </a:cubicBezTo>
                <a:cubicBezTo>
                  <a:pt x="3226228" y="554527"/>
                  <a:pt x="3185707" y="456441"/>
                  <a:pt x="3215476" y="339010"/>
                </a:cubicBezTo>
                <a:cubicBezTo>
                  <a:pt x="3218715" y="326192"/>
                  <a:pt x="3229139" y="324783"/>
                  <a:pt x="3238248" y="321731"/>
                </a:cubicBezTo>
                <a:cubicBezTo>
                  <a:pt x="3321732" y="293747"/>
                  <a:pt x="3405121" y="265340"/>
                  <a:pt x="3489027" y="238717"/>
                </a:cubicBezTo>
                <a:cubicBezTo>
                  <a:pt x="3619464" y="197351"/>
                  <a:pt x="3749995" y="155985"/>
                  <a:pt x="3882310" y="121005"/>
                </a:cubicBezTo>
                <a:cubicBezTo>
                  <a:pt x="3968094" y="98373"/>
                  <a:pt x="4054630" y="78371"/>
                  <a:pt x="4141588" y="60763"/>
                </a:cubicBezTo>
                <a:cubicBezTo>
                  <a:pt x="4168023" y="55410"/>
                  <a:pt x="4196899" y="54049"/>
                  <a:pt x="4223287" y="49870"/>
                </a:cubicBezTo>
                <a:cubicBezTo>
                  <a:pt x="4255639" y="44752"/>
                  <a:pt x="4288412" y="35737"/>
                  <a:pt x="4321373" y="32028"/>
                </a:cubicBezTo>
                <a:cubicBezTo>
                  <a:pt x="4382507" y="25125"/>
                  <a:pt x="4443876" y="19115"/>
                  <a:pt x="4505338" y="15829"/>
                </a:cubicBezTo>
                <a:cubicBezTo>
                  <a:pt x="4616336" y="9865"/>
                  <a:pt x="4727287" y="13950"/>
                  <a:pt x="4837816" y="26017"/>
                </a:cubicBezTo>
                <a:cubicBezTo>
                  <a:pt x="4887446" y="31464"/>
                  <a:pt x="4937076" y="37991"/>
                  <a:pt x="4986236" y="46442"/>
                </a:cubicBezTo>
                <a:cubicBezTo>
                  <a:pt x="5090004" y="64285"/>
                  <a:pt x="5193348" y="85038"/>
                  <a:pt x="5294862" y="112835"/>
                </a:cubicBezTo>
                <a:cubicBezTo>
                  <a:pt x="5355479" y="129409"/>
                  <a:pt x="5416331" y="145373"/>
                  <a:pt x="5476479" y="163826"/>
                </a:cubicBezTo>
                <a:cubicBezTo>
                  <a:pt x="5515263" y="175706"/>
                  <a:pt x="5554187" y="187115"/>
                  <a:pt x="5592783" y="199652"/>
                </a:cubicBezTo>
                <a:cubicBezTo>
                  <a:pt x="5685610" y="229796"/>
                  <a:pt x="5778203" y="260504"/>
                  <a:pt x="5870936" y="290883"/>
                </a:cubicBezTo>
                <a:cubicBezTo>
                  <a:pt x="5986160" y="328633"/>
                  <a:pt x="6101009" y="367417"/>
                  <a:pt x="6216702" y="403759"/>
                </a:cubicBezTo>
                <a:cubicBezTo>
                  <a:pt x="6352069" y="446299"/>
                  <a:pt x="6488470" y="486116"/>
                  <a:pt x="6627358" y="515133"/>
                </a:cubicBezTo>
                <a:cubicBezTo>
                  <a:pt x="6723425" y="535182"/>
                  <a:pt x="6819962" y="553494"/>
                  <a:pt x="6918048" y="564012"/>
                </a:cubicBezTo>
                <a:cubicBezTo>
                  <a:pt x="6998949" y="572698"/>
                  <a:pt x="7079850" y="580586"/>
                  <a:pt x="7160939" y="584859"/>
                </a:cubicBezTo>
                <a:cubicBezTo>
                  <a:pt x="7285554" y="591480"/>
                  <a:pt x="7410262" y="591902"/>
                  <a:pt x="7535158" y="586784"/>
                </a:cubicBezTo>
                <a:cubicBezTo>
                  <a:pt x="7661510" y="581619"/>
                  <a:pt x="7787064" y="570116"/>
                  <a:pt x="7912806" y="558189"/>
                </a:cubicBezTo>
                <a:cubicBezTo>
                  <a:pt x="8036106" y="546498"/>
                  <a:pt x="8158139" y="526871"/>
                  <a:pt x="8280078" y="506822"/>
                </a:cubicBezTo>
                <a:cubicBezTo>
                  <a:pt x="8284585" y="512081"/>
                  <a:pt x="8280452" y="516213"/>
                  <a:pt x="8278528" y="519875"/>
                </a:cubicBezTo>
                <a:cubicBezTo>
                  <a:pt x="8217066" y="637118"/>
                  <a:pt x="8189739" y="762719"/>
                  <a:pt x="8188518" y="894189"/>
                </a:cubicBezTo>
                <a:cubicBezTo>
                  <a:pt x="8187109" y="1045098"/>
                  <a:pt x="8255426" y="1154594"/>
                  <a:pt x="8387742" y="1226668"/>
                </a:cubicBezTo>
                <a:cubicBezTo>
                  <a:pt x="8455026" y="1263338"/>
                  <a:pt x="8525691" y="1293107"/>
                  <a:pt x="8592741" y="1330059"/>
                </a:cubicBezTo>
                <a:cubicBezTo>
                  <a:pt x="8632464" y="1351940"/>
                  <a:pt x="8670261" y="1376966"/>
                  <a:pt x="8703223" y="1408566"/>
                </a:cubicBezTo>
                <a:cubicBezTo>
                  <a:pt x="8707167" y="1412322"/>
                  <a:pt x="8711346" y="1415844"/>
                  <a:pt x="8715431" y="1419459"/>
                </a:cubicBezTo>
                <a:cubicBezTo>
                  <a:pt x="8721300" y="1424624"/>
                  <a:pt x="8727075" y="1431057"/>
                  <a:pt x="8735856" y="1428145"/>
                </a:cubicBezTo>
                <a:cubicBezTo>
                  <a:pt x="8745715" y="1424859"/>
                  <a:pt x="8743274" y="1415374"/>
                  <a:pt x="8743838" y="1408049"/>
                </a:cubicBezTo>
                <a:cubicBezTo>
                  <a:pt x="8749331" y="1336304"/>
                  <a:pt x="8759802" y="1264418"/>
                  <a:pt x="8758722" y="1192767"/>
                </a:cubicBezTo>
                <a:cubicBezTo>
                  <a:pt x="8756703" y="1060170"/>
                  <a:pt x="8714491" y="943491"/>
                  <a:pt x="8606123" y="857378"/>
                </a:cubicBezTo>
                <a:cubicBezTo>
                  <a:pt x="8555883" y="817467"/>
                  <a:pt x="8496251" y="795117"/>
                  <a:pt x="8441503" y="763752"/>
                </a:cubicBezTo>
                <a:cubicBezTo>
                  <a:pt x="8406851" y="743938"/>
                  <a:pt x="8371684" y="725344"/>
                  <a:pt x="8340836" y="699661"/>
                </a:cubicBezTo>
                <a:cubicBezTo>
                  <a:pt x="8333792" y="693792"/>
                  <a:pt x="8326938" y="685246"/>
                  <a:pt x="8316326" y="689800"/>
                </a:cubicBezTo>
                <a:cubicBezTo>
                  <a:pt x="8305198" y="694590"/>
                  <a:pt x="8301582" y="704591"/>
                  <a:pt x="8300174" y="716376"/>
                </a:cubicBezTo>
                <a:cubicBezTo>
                  <a:pt x="8291535" y="787793"/>
                  <a:pt x="8315810" y="849912"/>
                  <a:pt x="8352762" y="908886"/>
                </a:cubicBezTo>
                <a:cubicBezTo>
                  <a:pt x="8373422" y="941847"/>
                  <a:pt x="8403894" y="965512"/>
                  <a:pt x="8429813" y="993496"/>
                </a:cubicBezTo>
                <a:cubicBezTo>
                  <a:pt x="8434649" y="998708"/>
                  <a:pt x="8442537" y="1002981"/>
                  <a:pt x="8440612" y="1012606"/>
                </a:cubicBezTo>
                <a:cubicBezTo>
                  <a:pt x="8325717" y="945322"/>
                  <a:pt x="8251671" y="848175"/>
                  <a:pt x="8253596" y="716048"/>
                </a:cubicBezTo>
                <a:cubicBezTo>
                  <a:pt x="8254676" y="639325"/>
                  <a:pt x="8280266" y="571243"/>
                  <a:pt x="8317124" y="505930"/>
                </a:cubicBezTo>
                <a:cubicBezTo>
                  <a:pt x="8320177" y="500531"/>
                  <a:pt x="8324920" y="499263"/>
                  <a:pt x="8330554" y="498183"/>
                </a:cubicBezTo>
                <a:cubicBezTo>
                  <a:pt x="8413285" y="482266"/>
                  <a:pt x="8496111" y="466959"/>
                  <a:pt x="8578609" y="449821"/>
                </a:cubicBezTo>
                <a:cubicBezTo>
                  <a:pt x="8664909" y="431884"/>
                  <a:pt x="8750835" y="411976"/>
                  <a:pt x="8836994" y="393382"/>
                </a:cubicBezTo>
                <a:cubicBezTo>
                  <a:pt x="8892447" y="381409"/>
                  <a:pt x="8948040" y="370234"/>
                  <a:pt x="9003539" y="358496"/>
                </a:cubicBezTo>
                <a:cubicBezTo>
                  <a:pt x="9012084" y="356665"/>
                  <a:pt x="9020442" y="355350"/>
                  <a:pt x="9028893" y="358355"/>
                </a:cubicBezTo>
                <a:lnTo>
                  <a:pt x="9030302" y="339621"/>
                </a:lnTo>
                <a:close/>
              </a:path>
            </a:pathLst>
          </a:custGeom>
          <a:solidFill>
            <a:schemeClr val="accent2">
              <a:lumMod val="60000"/>
              <a:lumOff val="40000"/>
            </a:schemeClr>
          </a:solidFill>
        </p:spPr>
        <p:txBody>
          <a:bodyPr anchor="ctr" rot="10800000" rtlCol="0">
            <a:noAutofit/>
          </a:bodyPr>
          <a:lstStyle/>
          <a:p>
            <a:pPr/>
            <a:r>
              <a:rPr dirty="0" lang="en-US"/>
              <a:t/>
            </a:r>
            <a:endParaRPr dirty="0" lang="en-US"/>
          </a:p>
        </p:txBody>
      </p:sp>
      <p:sp>
        <p:nvSpPr>
          <p:cNvPr id="4" name="Text Placeholder 2">
            <a:extLst>
              <a:ext uri="{B4375AC0-4DDE-4035-B10C-0594A94E41E7}">
                <a16:creationId xmlns:a16="http://schemas.microsoft.com/office/drawing/2010/main" id="{79C7C947-0BF1-48C0-A36E-ECB936D52FCB}"/>
              </a:ext>
            </a:extLst>
          </p:cNvPr>
          <p:cNvSpPr>
            <a:spLocks noGrp="true"/>
          </p:cNvSpPr>
          <p:nvPr>
            <p:ph type="body"/>
          </p:nvPr>
        </p:nvSpPr>
        <p:spPr>
          <a:xfrm rot="0">
            <a:off x="762000" y="1524000"/>
            <a:ext cx="3714750" cy="381000"/>
          </a:xfrm>
          <a:prstGeom prst="rect">
            <a:avLst/>
          </a:prstGeom>
        </p:spPr>
        <p:txBody>
          <a:bodyPr anchor="b" rtlCol="0">
            <a:normAutofit fontScale="100000" lnSpcReduction="0"/>
          </a:bodyPr>
          <a:lstStyle>
            <a:lvl1pPr indent="0" lvl="0" marL="0">
              <a:buNone/>
              <a:defRPr b="0" dirty="0" lang="en-US">
                <a:solidFill>
                  <a:schemeClr val="accent1"/>
                </a:solidFill>
                <a:latin typeface="+mn-lt"/>
              </a:defRPr>
            </a:lvl1pPr>
            <a:lvl2pPr lvl="1"/>
            <a:lvl3pPr lvl="2"/>
            <a:lvl4pPr lvl="3"/>
            <a:lvl5pPr lvl="4"/>
            <a:lvl6pPr lvl="5"/>
            <a:lvl7pPr lvl="6"/>
            <a:lvl8pPr lvl="7"/>
            <a:lvl9pPr lvl="8"/>
          </a:lstStyle>
          <a:p>
            <a:pPr lvl="0"/>
            <a:r>
              <a:rPr dirty="0" lang="en-US"/>
              <a:t>Click to edit Master text styles</a:t>
            </a:r>
            <a:endParaRPr dirty="0" lang="en-US"/>
          </a:p>
        </p:txBody>
      </p:sp>
      <p:sp>
        <p:nvSpPr>
          <p:cNvPr id="5" name="Text Placeholder 4">
            <a:extLst>
              <a:ext uri="{4AC0C5CF-F2D5-49E6-BCA9-1B6BBEB397DE}">
                <a16:creationId xmlns:a16="http://schemas.microsoft.com/office/drawing/2010/main" id="{8D450A25-AEE7-420C-BA86-45B3EF04EADE}"/>
              </a:ext>
            </a:extLst>
          </p:cNvPr>
          <p:cNvSpPr>
            <a:spLocks noGrp="true"/>
          </p:cNvSpPr>
          <p:nvPr>
            <p:ph idx="1" type="body"/>
          </p:nvPr>
        </p:nvSpPr>
        <p:spPr>
          <a:xfrm rot="0">
            <a:off x="4667250" y="1524000"/>
            <a:ext cx="3714750" cy="381000"/>
          </a:xfrm>
          <a:prstGeom prst="rect">
            <a:avLst/>
          </a:prstGeom>
        </p:spPr>
        <p:txBody>
          <a:bodyPr anchor="ctr" rtlCol="0">
            <a:normAutofit fontScale="100000" lnSpcReduction="0"/>
          </a:bodyPr>
          <a:lstStyle>
            <a:lvl1pPr indent="0" lvl="0" marL="0">
              <a:buNone/>
              <a:defRPr b="0" dirty="0" lang="en-US">
                <a:solidFill>
                  <a:schemeClr val="accent1"/>
                </a:solidFill>
                <a:latin typeface="+mn-lt"/>
              </a:defRPr>
            </a:lvl1pPr>
            <a:lvl2pPr lvl="1"/>
            <a:lvl3pPr lvl="2"/>
            <a:lvl4pPr lvl="3"/>
            <a:lvl5pPr lvl="4"/>
            <a:lvl6pPr lvl="5"/>
            <a:lvl7pPr lvl="6"/>
            <a:lvl8pPr lvl="7"/>
            <a:lvl9pPr lvl="8"/>
          </a:lstStyle>
          <a:p>
            <a:pPr lvl="0"/>
            <a:r>
              <a:rPr dirty="0" lang="en-US"/>
              <a:t>Click to edit Master text styles</a:t>
            </a:r>
            <a:endParaRPr dirty="0" lang="en-US"/>
          </a:p>
        </p:txBody>
      </p:sp>
      <p:sp>
        <p:nvSpPr>
          <p:cNvPr id="6" name="Content Placeholder 2">
            <a:extLst>
              <a:ext uri="{6C75E883-80DD-41E6-9268-4B062C402D66}">
                <a16:creationId xmlns:a16="http://schemas.microsoft.com/office/drawing/2010/main" id="{6A90B1BA-FEB0-4838-8CF8-31FE46263111}"/>
              </a:ext>
            </a:extLst>
          </p:cNvPr>
          <p:cNvSpPr>
            <a:spLocks noGrp="true"/>
          </p:cNvSpPr>
          <p:nvPr>
            <p:ph idx="2"/>
          </p:nvPr>
        </p:nvSpPr>
        <p:spPr>
          <a:xfrm rot="0">
            <a:off x="762000" y="2000250"/>
            <a:ext cx="3714750" cy="228600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Title 1">
            <a:extLst>
              <a:ext uri="{A2CB1A76-26CB-469F-8CE7-45DB7B65FD63}">
                <a16:creationId xmlns:a16="http://schemas.microsoft.com/office/drawing/2010/main" id="{31CA8BB2-5070-4051-828A-A13317D01CD4}"/>
              </a:ext>
            </a:extLst>
          </p:cNvPr>
          <p:cNvSpPr>
            <a:spLocks noGrp="true"/>
          </p:cNvSpPr>
          <p:nvPr>
            <p:ph idx="3" type="title"/>
          </p:nvPr>
        </p:nvSpPr>
        <p:spPr>
          <a:xfrm rot="0">
            <a:off x="762000" y="762000"/>
            <a:ext cx="7620000" cy="571500"/>
          </a:xfrm>
        </p:spPr>
        <p:txBody>
          <a:bodyPr anchor="b" rtlCol="0"/>
          <a:lstStyle>
            <a:lvl1pPr lvl="0"/>
          </a:lstStyle>
          <a:p>
            <a:pPr/>
            <a:r>
              <a:rPr dirty="0" lang="en-US"/>
              <a:t>Click to edit Master title style</a:t>
            </a:r>
            <a:endParaRPr dirty="0" lang="en-US"/>
          </a:p>
        </p:txBody>
      </p:sp>
      <p:sp>
        <p:nvSpPr>
          <p:cNvPr id="8" name="Content Placeholder 2">
            <a:extLst>
              <a:ext uri="{19104EE4-6A44-40F6-9D48-5B73A1013193}">
                <a16:creationId xmlns:a16="http://schemas.microsoft.com/office/drawing/2010/main" id="{03BC5C2B-2BA3-4AEC-8C97-637028FB8BE1}"/>
              </a:ext>
            </a:extLst>
          </p:cNvPr>
          <p:cNvSpPr>
            <a:spLocks noGrp="true"/>
          </p:cNvSpPr>
          <p:nvPr>
            <p:ph idx="4"/>
          </p:nvPr>
        </p:nvSpPr>
        <p:spPr>
          <a:xfrm rot="0">
            <a:off x="4667250" y="2000250"/>
            <a:ext cx="3714750" cy="228600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9" name="Date Placeholder 4">
            <a:extLst>
              <a:ext uri="{4583F35E-D407-47E8-A9F7-B2FA25697061}">
                <a16:creationId xmlns:a16="http://schemas.microsoft.com/office/drawing/2010/main" id="{859B9F80-18D2-445B-B2D9-5DD2B5847EE4}"/>
              </a:ext>
            </a:extLst>
          </p:cNvPr>
          <p:cNvSpPr>
            <a:spLocks noGrp="true"/>
          </p:cNvSpPr>
          <p:nvPr>
            <p:ph idx="10" sz="half" type="dt"/>
          </p:nvPr>
        </p:nvSpPr>
        <p:spPr/>
        <p:txBody>
          <a:bodyPr rtlCol="0"/>
          <a:lstStyle/>
          <a:p>
            <a:pPr/>
            <a:r>
              <a:rPr dirty="0" lang="en-US"/>
              <a:t>Date</a:t>
            </a:r>
            <a:endParaRPr dirty="0" lang="en-US"/>
          </a:p>
        </p:txBody>
      </p:sp>
      <p:sp>
        <p:nvSpPr>
          <p:cNvPr hidden="false" id="10" name="Footer Placeholder 5">
            <a:extLst>
              <a:ext uri="{6343739D-B4CD-400A-8368-83CC70CD7022}">
                <a16:creationId xmlns:a16="http://schemas.microsoft.com/office/drawing/2010/main" id="{B4C0EA43-3742-44FD-AD50-7AE420F46762}"/>
              </a:ext>
            </a:extLst>
          </p:cNvPr>
          <p:cNvSpPr>
            <a:spLocks noGrp="true"/>
          </p:cNvSpPr>
          <p:nvPr>
            <p:ph idx="11" sz="quarter" type="ftr"/>
          </p:nvPr>
        </p:nvSpPr>
        <p:spPr/>
        <p:txBody>
          <a:bodyPr rtlCol="0"/>
          <a:lstStyle/>
          <a:p>
            <a:pPr/>
            <a:r>
              <a:rPr dirty="0" lang="en-US"/>
              <a:t>Footer</a:t>
            </a:r>
            <a:endParaRPr dirty="0" lang="en-US"/>
          </a:p>
        </p:txBody>
      </p:sp>
      <p:sp>
        <p:nvSpPr>
          <p:cNvPr hidden="false" id="11" name="Slide Number Placeholder 6">
            <a:extLst>
              <a:ext uri="{816140AF-AC0B-4FDD-B68B-7CA5B8F0A668}">
                <a16:creationId xmlns:a16="http://schemas.microsoft.com/office/drawing/2010/main" id="{67ED36C3-EC35-4098-A842-43858B76214F}"/>
              </a:ext>
            </a:extLst>
          </p:cNvPr>
          <p:cNvSpPr>
            <a:spLocks noGrp="true"/>
          </p:cNvSpPr>
          <p:nvPr>
            <p:ph idx="12" sz="quarter" type="sldNum"/>
          </p:nvPr>
        </p:nvSpPr>
        <p:spPr/>
        <p:txBody>
          <a:bodyPr rtlCol="0"/>
          <a:lstStyle/>
          <a:p>
            <a:pPr/>
            <a:r>
              <a:rPr dirty="0" lang="en-US"/>
              <a:t>&lt;#&gt;</a:t>
            </a:r>
            <a:endParaRPr dirty="0" lang="en-US"/>
          </a:p>
        </p:txBody>
      </p:sp>
      <p:sp>
        <p:nvSpPr>
          <p:cNvPr id="12" name="Freeform 13">
            <a:extLst>
              <a:ext uri="{A535084F-9478-472E-9DE6-4B5C36CF17A4}">
                <a16:creationId xmlns:a16="http://schemas.microsoft.com/office/drawing/2010/main" id="{4973D8EA-5D85-4A3C-8652-02A64B78125F}"/>
              </a:ext>
            </a:extLst>
          </p:cNvPr>
          <p:cNvSpPr/>
          <p:nvPr/>
        </p:nvSpPr>
        <p:spPr>
          <a:xfrm rot="240000">
            <a:off x="1457070" y="261573"/>
            <a:ext cx="513304" cy="50150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3" name="Freeform 14">
            <a:extLst>
              <a:ext uri="{763DAB17-8633-4AFB-BE55-D75271C7469C}">
                <a16:creationId xmlns:a16="http://schemas.microsoft.com/office/drawing/2010/main" id="{24058C4E-BEC3-4553-9984-1880EE4D7FF8}"/>
              </a:ext>
            </a:extLst>
          </p:cNvPr>
          <p:cNvSpPr/>
          <p:nvPr/>
        </p:nvSpPr>
        <p:spPr>
          <a:xfrm rot="240000">
            <a:off x="1353290" y="114108"/>
            <a:ext cx="402631" cy="28112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Tree>
    <p:extLst>
      <p:ext uri="{8AA6675A-946C-4A12-8ACE-1FA93F2EE6B2}">
        <p14:creationId xmlns:p14="http://schemas.microsoft.com/office/powerpoint/2010/main" val="1784042247742"/>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Path_27094A4FF">
            <a:extLst>
              <a:ext uri="{D7B85EA0-0430-42D8-A036-88E9B3B600AA}">
                <a16:creationId xmlns:a16="http://schemas.microsoft.com/office/drawing/2010/main" id="{F2EFC4BF-2B48-479F-A91F-81774BE34E34}"/>
              </a:ext>
            </a:extLst>
          </p:cNvPr>
          <p:cNvSpPr/>
          <p:nvPr/>
        </p:nvSpPr>
        <p:spPr>
          <a:xfrm rot="0">
            <a:off x="6797108" y="803824"/>
            <a:ext cx="338801" cy="333280"/>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Path_2709546C2">
            <a:extLst>
              <a:ext uri="{2E5A82E7-A061-4CC2-A1F6-3F24830DBD1C}">
                <a16:creationId xmlns:a16="http://schemas.microsoft.com/office/drawing/2010/main" id="{71FD59C0-0317-4C89-829D-CADB474F23EB}"/>
              </a:ext>
            </a:extLst>
          </p:cNvPr>
          <p:cNvSpPr/>
          <p:nvPr/>
        </p:nvSpPr>
        <p:spPr>
          <a:xfrm rot="0">
            <a:off x="6715125" y="714978"/>
            <a:ext cx="263434" cy="178697"/>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4" name="Path_27094A4FF">
            <a:extLst>
              <a:ext uri="{A637A11D-A465-4AAD-A915-500514D51CFD}">
                <a16:creationId xmlns:a16="http://schemas.microsoft.com/office/drawing/2010/main" id="{4FE89771-3900-492F-BE53-D2B675E2A241}"/>
              </a:ext>
            </a:extLst>
          </p:cNvPr>
          <p:cNvSpPr/>
          <p:nvPr/>
        </p:nvSpPr>
        <p:spPr>
          <a:xfrm rot="0">
            <a:off x="7839562" y="2647722"/>
            <a:ext cx="213824" cy="210343"/>
          </a:xfrm>
          <a:custGeom>
            <a:avLst/>
            <a:gdLst/>
            <a:ahLst/>
            <a:cxnLst/>
            <a:rect b="b" l="0" r="r" t="0"/>
            <a:pathLst>
              <a:path h="684211" w="695548">
                <a:moveTo>
                  <a:pt x="281634" y="290895"/>
                </a:moveTo>
                <a:cubicBezTo>
                  <a:pt x="188289" y="302744"/>
                  <a:pt x="113041" y="343968"/>
                  <a:pt x="68369" y="427036"/>
                </a:cubicBezTo>
                <a:cubicBezTo>
                  <a:pt x="24316" y="505111"/>
                  <a:pt x="10907" y="596790"/>
                  <a:pt x="30755" y="684211"/>
                </a:cubicBezTo>
                <a:cubicBezTo>
                  <a:pt x="4237" y="682649"/>
                  <a:pt x="3608" y="665742"/>
                  <a:pt x="2913" y="653169"/>
                </a:cubicBezTo>
                <a:cubicBezTo>
                  <a:pt x="-4631" y="516152"/>
                  <a:pt x="-1468" y="381554"/>
                  <a:pt x="61149" y="253519"/>
                </a:cubicBezTo>
                <a:cubicBezTo>
                  <a:pt x="114489" y="144420"/>
                  <a:pt x="203586" y="91137"/>
                  <a:pt x="317143" y="71296"/>
                </a:cubicBezTo>
                <a:cubicBezTo>
                  <a:pt x="402715" y="56352"/>
                  <a:pt x="488917" y="45007"/>
                  <a:pt x="575089" y="33463"/>
                </a:cubicBezTo>
                <a:cubicBezTo>
                  <a:pt x="608855" y="28939"/>
                  <a:pt x="638059" y="12441"/>
                  <a:pt x="669663" y="2383"/>
                </a:cubicBezTo>
                <a:cubicBezTo>
                  <a:pt x="689046" y="-3789"/>
                  <a:pt x="699524" y="1859"/>
                  <a:pt x="694142" y="21309"/>
                </a:cubicBezTo>
                <a:cubicBezTo>
                  <a:pt x="657585" y="153402"/>
                  <a:pt x="637392" y="292181"/>
                  <a:pt x="526502" y="391832"/>
                </a:cubicBezTo>
                <a:cubicBezTo>
                  <a:pt x="458113" y="453296"/>
                  <a:pt x="378084" y="480509"/>
                  <a:pt x="289768" y="490482"/>
                </a:cubicBezTo>
                <a:cubicBezTo>
                  <a:pt x="236263" y="496045"/>
                  <a:pt x="183219" y="505391"/>
                  <a:pt x="131034" y="518447"/>
                </a:cubicBezTo>
                <a:cubicBezTo>
                  <a:pt x="118156" y="521791"/>
                  <a:pt x="103773" y="535288"/>
                  <a:pt x="91705" y="520810"/>
                </a:cubicBezTo>
                <a:cubicBezTo>
                  <a:pt x="80675" y="507570"/>
                  <a:pt x="85152" y="490377"/>
                  <a:pt x="90276" y="475328"/>
                </a:cubicBezTo>
                <a:cubicBezTo>
                  <a:pt x="113317" y="407567"/>
                  <a:pt x="160466" y="360075"/>
                  <a:pt x="220350" y="324042"/>
                </a:cubicBezTo>
                <a:cubicBezTo>
                  <a:pt x="240228" y="312069"/>
                  <a:pt x="261174" y="301897"/>
                  <a:pt x="281634" y="290895"/>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5" name="Path_2709546C2">
            <a:extLst>
              <a:ext uri="{7CF90B72-7707-4C7B-B551-242E505C9079}">
                <a16:creationId xmlns:a16="http://schemas.microsoft.com/office/drawing/2010/main" id="{994BAF9A-54BB-49D2-B9A8-5FBCC7F5C001}"/>
              </a:ext>
            </a:extLst>
          </p:cNvPr>
          <p:cNvSpPr/>
          <p:nvPr/>
        </p:nvSpPr>
        <p:spPr>
          <a:xfrm rot="0">
            <a:off x="7787821" y="2591649"/>
            <a:ext cx="166259" cy="112781"/>
          </a:xfrm>
          <a:custGeom>
            <a:avLst/>
            <a:gdLst/>
            <a:ahLst/>
            <a:cxnLst/>
            <a:rect b="b" l="0" r="r" t="0"/>
            <a:pathLst>
              <a:path h="366859" w="540824">
                <a:moveTo>
                  <a:pt x="309220" y="215153"/>
                </a:moveTo>
                <a:cubicBezTo>
                  <a:pt x="363960" y="260016"/>
                  <a:pt x="363827" y="259835"/>
                  <a:pt x="301114" y="304278"/>
                </a:cubicBezTo>
                <a:cubicBezTo>
                  <a:pt x="290830" y="311681"/>
                  <a:pt x="281457" y="320272"/>
                  <a:pt x="273187" y="329872"/>
                </a:cubicBezTo>
                <a:cubicBezTo>
                  <a:pt x="231430" y="377926"/>
                  <a:pt x="212932" y="377964"/>
                  <a:pt x="160440" y="336911"/>
                </a:cubicBezTo>
                <a:cubicBezTo>
                  <a:pt x="89659" y="281542"/>
                  <a:pt x="52388" y="206028"/>
                  <a:pt x="26671" y="123237"/>
                </a:cubicBezTo>
                <a:cubicBezTo>
                  <a:pt x="16841" y="91576"/>
                  <a:pt x="10583" y="58819"/>
                  <a:pt x="2334" y="26663"/>
                </a:cubicBezTo>
                <a:cubicBezTo>
                  <a:pt x="-2771" y="6660"/>
                  <a:pt x="-1142" y="-7627"/>
                  <a:pt x="24089" y="4422"/>
                </a:cubicBezTo>
                <a:cubicBezTo>
                  <a:pt x="104890" y="43112"/>
                  <a:pt x="193358" y="40398"/>
                  <a:pt x="278912" y="53619"/>
                </a:cubicBezTo>
                <a:cubicBezTo>
                  <a:pt x="373998" y="66861"/>
                  <a:pt x="461406" y="113100"/>
                  <a:pt x="525857" y="184254"/>
                </a:cubicBezTo>
                <a:cubicBezTo>
                  <a:pt x="546145" y="206485"/>
                  <a:pt x="549622" y="220582"/>
                  <a:pt x="512027" y="226431"/>
                </a:cubicBezTo>
                <a:cubicBezTo>
                  <a:pt x="454829" y="235336"/>
                  <a:pt x="398298" y="254339"/>
                  <a:pt x="343434" y="216963"/>
                </a:cubicBezTo>
                <a:cubicBezTo>
                  <a:pt x="335214" y="211362"/>
                  <a:pt x="321317" y="202818"/>
                  <a:pt x="309220" y="215153"/>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6" name="Path_27096D8D5">
            <a:extLst>
              <a:ext uri="{BC61A0C3-D946-4677-AE98-E092BC2E4240}">
                <a16:creationId xmlns:a16="http://schemas.microsoft.com/office/drawing/2010/main" id="{69B2B257-0089-411D-9511-93E8639489CA}"/>
              </a:ext>
            </a:extLst>
          </p:cNvPr>
          <p:cNvSpPr/>
          <p:nvPr/>
        </p:nvSpPr>
        <p:spPr>
          <a:xfrm rot="0">
            <a:off x="0" y="3918791"/>
            <a:ext cx="9145699" cy="1140402"/>
          </a:xfrm>
          <a:custGeom>
            <a:avLst/>
            <a:gdLst/>
            <a:ahLst/>
            <a:cxnLst/>
            <a:rect b="b" l="0" r="r" t="0"/>
            <a:pathLst>
              <a:path h="2280166" w="18286254">
                <a:moveTo>
                  <a:pt x="18286228" y="2248857"/>
                </a:moveTo>
                <a:quadBezTo>
                  <a:pt x="18006498" y="2167619"/>
                  <a:pt x="17726720" y="2086504"/>
                </a:quadBezTo>
                <a:cubicBezTo>
                  <a:pt x="17608610" y="2052528"/>
                  <a:pt x="17488710" y="2024096"/>
                  <a:pt x="17372296" y="1985148"/>
                </a:cubicBezTo>
                <a:cubicBezTo>
                  <a:pt x="17280856" y="1954563"/>
                  <a:pt x="17187978" y="1929951"/>
                  <a:pt x="17095118" y="1905957"/>
                </a:cubicBezTo>
                <a:cubicBezTo>
                  <a:pt x="16895378" y="1854303"/>
                  <a:pt x="16696573" y="1799154"/>
                  <a:pt x="16494224" y="1756872"/>
                </a:cubicBezTo>
                <a:cubicBezTo>
                  <a:pt x="16378524" y="1732698"/>
                  <a:pt x="16263213" y="1703884"/>
                  <a:pt x="16147008" y="1682120"/>
                </a:cubicBezTo>
                <a:cubicBezTo>
                  <a:pt x="16018316" y="1658012"/>
                  <a:pt x="15889785" y="1632485"/>
                  <a:pt x="15759656" y="1614721"/>
                </a:cubicBezTo>
                <a:cubicBezTo>
                  <a:pt x="15644565" y="1599014"/>
                  <a:pt x="15530312" y="1574973"/>
                  <a:pt x="15414765" y="1561324"/>
                </a:cubicBezTo>
                <a:cubicBezTo>
                  <a:pt x="15286055" y="1546084"/>
                  <a:pt x="15156733" y="1536187"/>
                  <a:pt x="15027888" y="1522128"/>
                </a:cubicBezTo>
                <a:cubicBezTo>
                  <a:pt x="14934953" y="1511994"/>
                  <a:pt x="14841969" y="1505279"/>
                  <a:pt x="14748492" y="1503421"/>
                </a:cubicBezTo>
                <a:cubicBezTo>
                  <a:pt x="14613865" y="1500745"/>
                  <a:pt x="14479344" y="1487486"/>
                  <a:pt x="14344632" y="1494353"/>
                </a:cubicBezTo>
                <a:cubicBezTo>
                  <a:pt x="14131348" y="1505221"/>
                  <a:pt x="13917911" y="1503431"/>
                  <a:pt x="13704637" y="1527796"/>
                </a:cubicBezTo>
                <a:cubicBezTo>
                  <a:pt x="13479713" y="1553513"/>
                  <a:pt x="13255933" y="1584079"/>
                  <a:pt x="13034401" y="1628637"/>
                </a:cubicBezTo>
                <a:cubicBezTo>
                  <a:pt x="12887629" y="1658164"/>
                  <a:pt x="12741307" y="1691092"/>
                  <a:pt x="12595385" y="1725544"/>
                </a:cubicBezTo>
                <a:cubicBezTo>
                  <a:pt x="12452557" y="1759272"/>
                  <a:pt x="12309805" y="1793705"/>
                  <a:pt x="12166999" y="1827633"/>
                </a:cubicBezTo>
                <a:cubicBezTo>
                  <a:pt x="12031744" y="1859770"/>
                  <a:pt x="11897688" y="1896775"/>
                  <a:pt x="11762700" y="1930008"/>
                </a:cubicBezTo>
                <a:cubicBezTo>
                  <a:pt x="11646189" y="1958688"/>
                  <a:pt x="11528251" y="1981900"/>
                  <a:pt x="11412504" y="2013285"/>
                </a:cubicBezTo>
                <a:cubicBezTo>
                  <a:pt x="11275077" y="2050556"/>
                  <a:pt x="11136279" y="2082246"/>
                  <a:pt x="10996927" y="2109735"/>
                </a:cubicBezTo>
                <a:quadBezTo>
                  <a:pt x="10748325" y="2158770"/>
                  <a:pt x="10498113" y="2200937"/>
                </a:quadBezTo>
                <a:cubicBezTo>
                  <a:pt x="10296859" y="2234465"/>
                  <a:pt x="10094414" y="2249124"/>
                  <a:pt x="9891760" y="2266879"/>
                </a:cubicBezTo>
                <a:cubicBezTo>
                  <a:pt x="9715279" y="2282944"/>
                  <a:pt x="9537773" y="2284444"/>
                  <a:pt x="9361046" y="2271365"/>
                </a:cubicBezTo>
                <a:cubicBezTo>
                  <a:pt x="9161449" y="2255906"/>
                  <a:pt x="8961872" y="2235856"/>
                  <a:pt x="8764343" y="2195089"/>
                </a:cubicBezTo>
                <a:quadBezTo>
                  <a:pt x="8550717" y="2150988"/>
                  <a:pt x="8340414" y="2095448"/>
                </a:quadBezTo>
                <a:cubicBezTo>
                  <a:pt x="8141980" y="2043365"/>
                  <a:pt x="7947412" y="1977585"/>
                  <a:pt x="7753769" y="1909177"/>
                </a:cubicBezTo>
                <a:cubicBezTo>
                  <a:pt x="7455760" y="1803887"/>
                  <a:pt x="7163819" y="1683501"/>
                  <a:pt x="6872154" y="1562305"/>
                </a:cubicBezTo>
                <a:cubicBezTo>
                  <a:pt x="6647716" y="1469036"/>
                  <a:pt x="6425165" y="1371071"/>
                  <a:pt x="6199336" y="1281317"/>
                </a:cubicBezTo>
                <a:cubicBezTo>
                  <a:pt x="5933456" y="1175590"/>
                  <a:pt x="5668994" y="1066338"/>
                  <a:pt x="5397494" y="974612"/>
                </a:cubicBezTo>
                <a:cubicBezTo>
                  <a:pt x="5220814" y="914910"/>
                  <a:pt x="5044497" y="854245"/>
                  <a:pt x="4864198" y="807268"/>
                </a:cubicBezTo>
                <a:cubicBezTo>
                  <a:pt x="4754394" y="778693"/>
                  <a:pt x="4644114" y="751070"/>
                  <a:pt x="4532509" y="728010"/>
                </a:cubicBezTo>
                <a:cubicBezTo>
                  <a:pt x="4366707" y="693720"/>
                  <a:pt x="4200134" y="666783"/>
                  <a:pt x="4032808" y="643238"/>
                </a:cubicBezTo>
                <a:cubicBezTo>
                  <a:pt x="3959323" y="632884"/>
                  <a:pt x="3884952" y="623835"/>
                  <a:pt x="3811352" y="620301"/>
                </a:cubicBezTo>
                <a:cubicBezTo>
                  <a:pt x="3602641" y="610224"/>
                  <a:pt x="3393757" y="588002"/>
                  <a:pt x="3184588" y="600080"/>
                </a:cubicBezTo>
                <a:cubicBezTo>
                  <a:pt x="2993612" y="611062"/>
                  <a:pt x="2802417" y="615491"/>
                  <a:pt x="2611441" y="632198"/>
                </a:cubicBezTo>
                <a:cubicBezTo>
                  <a:pt x="2444410" y="646809"/>
                  <a:pt x="2279018" y="673641"/>
                  <a:pt x="2111893" y="686824"/>
                </a:cubicBezTo>
                <a:cubicBezTo>
                  <a:pt x="2003774" y="695397"/>
                  <a:pt x="1896980" y="721114"/>
                  <a:pt x="1789690" y="739612"/>
                </a:cubicBezTo>
                <a:cubicBezTo>
                  <a:pt x="1546393" y="781645"/>
                  <a:pt x="1305439" y="834862"/>
                  <a:pt x="1065619" y="893193"/>
                </a:cubicBezTo>
                <a:cubicBezTo>
                  <a:pt x="898474" y="933836"/>
                  <a:pt x="731777" y="976336"/>
                  <a:pt x="564890" y="1018046"/>
                </a:cubicBezTo>
                <a:quadBezTo>
                  <a:pt x="318707" y="1079578"/>
                  <a:pt x="72571" y="1141338"/>
                </a:quadBezTo>
                <a:cubicBezTo>
                  <a:pt x="48101" y="1147510"/>
                  <a:pt x="24174" y="1155883"/>
                  <a:pt x="0" y="1163246"/>
                </a:cubicBezTo>
                <a:lnTo>
                  <a:pt x="0" y="1125146"/>
                </a:lnTo>
                <a:cubicBezTo>
                  <a:pt x="77010" y="1122117"/>
                  <a:pt x="147466" y="1090665"/>
                  <a:pt x="221047" y="1073053"/>
                </a:cubicBezTo>
                <a:cubicBezTo>
                  <a:pt x="459286" y="1016037"/>
                  <a:pt x="696601" y="955153"/>
                  <a:pt x="934317" y="895945"/>
                </a:cubicBezTo>
                <a:cubicBezTo>
                  <a:pt x="958787" y="889849"/>
                  <a:pt x="983847" y="886058"/>
                  <a:pt x="1008136" y="879277"/>
                </a:cubicBezTo>
                <a:cubicBezTo>
                  <a:pt x="1031300" y="872800"/>
                  <a:pt x="1038339" y="863256"/>
                  <a:pt x="1019175" y="840072"/>
                </a:cubicBezTo>
                <a:cubicBezTo>
                  <a:pt x="985257" y="799048"/>
                  <a:pt x="954405" y="755299"/>
                  <a:pt x="924535" y="711170"/>
                </a:cubicBezTo>
                <a:cubicBezTo>
                  <a:pt x="860536" y="616558"/>
                  <a:pt x="876595" y="441498"/>
                  <a:pt x="954348" y="355887"/>
                </a:cubicBezTo>
                <a:cubicBezTo>
                  <a:pt x="1015984" y="287993"/>
                  <a:pt x="1091698" y="232863"/>
                  <a:pt x="1139076" y="151919"/>
                </a:cubicBezTo>
                <a:cubicBezTo>
                  <a:pt x="1147086" y="138251"/>
                  <a:pt x="1159935" y="128907"/>
                  <a:pt x="1171080" y="149681"/>
                </a:cubicBezTo>
                <a:cubicBezTo>
                  <a:pt x="1229744" y="259113"/>
                  <a:pt x="1275940" y="370413"/>
                  <a:pt x="1233135" y="498553"/>
                </a:cubicBezTo>
                <a:cubicBezTo>
                  <a:pt x="1206294" y="578925"/>
                  <a:pt x="1138466" y="627960"/>
                  <a:pt x="1089365" y="691091"/>
                </a:cubicBezTo>
                <a:cubicBezTo>
                  <a:pt x="1075239" y="709246"/>
                  <a:pt x="1063190" y="748060"/>
                  <a:pt x="1031758" y="736402"/>
                </a:cubicBezTo>
                <a:cubicBezTo>
                  <a:pt x="1003935" y="726086"/>
                  <a:pt x="1012612" y="689577"/>
                  <a:pt x="1005811" y="664193"/>
                </a:cubicBezTo>
                <a:cubicBezTo>
                  <a:pt x="994143" y="620711"/>
                  <a:pt x="1019385" y="582382"/>
                  <a:pt x="1023976" y="536396"/>
                </a:cubicBezTo>
                <a:cubicBezTo>
                  <a:pt x="948357" y="624292"/>
                  <a:pt x="974379" y="799743"/>
                  <a:pt x="1065981" y="852550"/>
                </a:cubicBezTo>
                <a:cubicBezTo>
                  <a:pt x="1079964" y="860608"/>
                  <a:pt x="1092775" y="857893"/>
                  <a:pt x="1107024" y="854455"/>
                </a:cubicBezTo>
                <a:cubicBezTo>
                  <a:pt x="1388488" y="786427"/>
                  <a:pt x="1672104" y="728267"/>
                  <a:pt x="1958026" y="683100"/>
                </a:cubicBezTo>
                <a:cubicBezTo>
                  <a:pt x="2156270" y="651782"/>
                  <a:pt x="2355809" y="629245"/>
                  <a:pt x="2555777" y="609291"/>
                </a:cubicBezTo>
                <a:cubicBezTo>
                  <a:pt x="2861849" y="579657"/>
                  <a:pt x="3169425" y="568425"/>
                  <a:pt x="3476845" y="575659"/>
                </a:cubicBezTo>
                <a:cubicBezTo>
                  <a:pt x="3633302" y="578858"/>
                  <a:pt x="3789207" y="596937"/>
                  <a:pt x="3945303" y="608395"/>
                </a:cubicBezTo>
                <a:cubicBezTo>
                  <a:pt x="4133898" y="622245"/>
                  <a:pt x="4318683" y="657535"/>
                  <a:pt x="4503335" y="691520"/>
                </a:cubicBezTo>
                <a:cubicBezTo>
                  <a:pt x="4668660" y="721943"/>
                  <a:pt x="4831109" y="767996"/>
                  <a:pt x="4993120" y="815212"/>
                </a:cubicBezTo>
                <a:cubicBezTo>
                  <a:pt x="5147473" y="860198"/>
                  <a:pt x="5298825" y="913081"/>
                  <a:pt x="5450806" y="964478"/>
                </a:cubicBezTo>
                <a:cubicBezTo>
                  <a:pt x="5563201" y="1002473"/>
                  <a:pt x="5674568" y="1043535"/>
                  <a:pt x="5785028" y="1086722"/>
                </a:cubicBezTo>
                <a:cubicBezTo>
                  <a:pt x="5987730" y="1165960"/>
                  <a:pt x="6189594" y="1247361"/>
                  <a:pt x="6391352" y="1328981"/>
                </a:cubicBezTo>
                <a:cubicBezTo>
                  <a:pt x="6420080" y="1340601"/>
                  <a:pt x="6451170" y="1374443"/>
                  <a:pt x="6476439" y="1358384"/>
                </a:cubicBezTo>
                <a:cubicBezTo>
                  <a:pt x="6505223" y="1340087"/>
                  <a:pt x="6478887" y="1300006"/>
                  <a:pt x="6476972" y="1269802"/>
                </a:cubicBezTo>
                <a:cubicBezTo>
                  <a:pt x="6467016" y="1120109"/>
                  <a:pt x="6498712" y="970584"/>
                  <a:pt x="6568546" y="837805"/>
                </a:cubicBezTo>
                <a:cubicBezTo>
                  <a:pt x="6628744" y="721762"/>
                  <a:pt x="6732557" y="662126"/>
                  <a:pt x="6859058" y="637666"/>
                </a:cubicBezTo>
                <a:cubicBezTo>
                  <a:pt x="6977082" y="614806"/>
                  <a:pt x="7098850" y="616530"/>
                  <a:pt x="7215055" y="581735"/>
                </a:cubicBezTo>
                <a:cubicBezTo>
                  <a:pt x="7242585" y="574317"/>
                  <a:pt x="7269369" y="564369"/>
                  <a:pt x="7295066" y="552017"/>
                </a:cubicBezTo>
                <a:cubicBezTo>
                  <a:pt x="7315068" y="541768"/>
                  <a:pt x="7328212" y="548273"/>
                  <a:pt x="7322802" y="570905"/>
                </a:cubicBezTo>
                <a:cubicBezTo>
                  <a:pt x="7284559" y="730925"/>
                  <a:pt x="7256366" y="895041"/>
                  <a:pt x="7126959" y="1015608"/>
                </a:cubicBezTo>
                <a:cubicBezTo>
                  <a:pt x="7053922" y="1084877"/>
                  <a:pt x="6959662" y="1127496"/>
                  <a:pt x="6859411" y="1136576"/>
                </a:cubicBezTo>
                <a:cubicBezTo>
                  <a:pt x="6788650" y="1143872"/>
                  <a:pt x="6717974" y="1153159"/>
                  <a:pt x="6649547" y="1174285"/>
                </a:cubicBezTo>
                <a:cubicBezTo>
                  <a:pt x="6631811" y="1179762"/>
                  <a:pt x="6610980" y="1193145"/>
                  <a:pt x="6596207" y="1176571"/>
                </a:cubicBezTo>
                <a:cubicBezTo>
                  <a:pt x="6580129" y="1158521"/>
                  <a:pt x="6587168" y="1133775"/>
                  <a:pt x="6596340" y="1113535"/>
                </a:cubicBezTo>
                <a:cubicBezTo>
                  <a:pt x="6635107" y="1027971"/>
                  <a:pt x="6699353" y="966992"/>
                  <a:pt x="6781630" y="923130"/>
                </a:cubicBezTo>
                <a:cubicBezTo>
                  <a:pt x="6804195" y="911100"/>
                  <a:pt x="6832494" y="907842"/>
                  <a:pt x="6853200" y="882172"/>
                </a:cubicBezTo>
                <a:cubicBezTo>
                  <a:pt x="6577509" y="935236"/>
                  <a:pt x="6480650" y="1127584"/>
                  <a:pt x="6523140" y="1369652"/>
                </a:cubicBezTo>
                <a:cubicBezTo>
                  <a:pt x="6527779" y="1396103"/>
                  <a:pt x="6548639" y="1400523"/>
                  <a:pt x="6566584" y="1408067"/>
                </a:cubicBezTo>
                <a:cubicBezTo>
                  <a:pt x="6731262" y="1477295"/>
                  <a:pt x="6895596" y="1547399"/>
                  <a:pt x="7061369" y="1613931"/>
                </a:cubicBezTo>
                <a:cubicBezTo>
                  <a:pt x="7318924" y="1717362"/>
                  <a:pt x="7576662" y="1820832"/>
                  <a:pt x="7839075" y="1911577"/>
                </a:cubicBezTo>
                <a:quadBezTo>
                  <a:pt x="8094164" y="1999807"/>
                  <a:pt x="8354454" y="2072693"/>
                </a:quadBezTo>
                <a:cubicBezTo>
                  <a:pt x="8407127" y="2087504"/>
                  <a:pt x="8465353" y="2094600"/>
                  <a:pt x="8518074" y="2107078"/>
                </a:cubicBezTo>
                <a:cubicBezTo>
                  <a:pt x="8582701" y="2122365"/>
                  <a:pt x="8647614" y="2145540"/>
                  <a:pt x="8713823" y="2158075"/>
                </a:cubicBezTo>
                <a:cubicBezTo>
                  <a:pt x="8836485" y="2181306"/>
                  <a:pt x="8959711" y="2202709"/>
                  <a:pt x="9083497" y="2218692"/>
                </a:cubicBezTo>
                <a:cubicBezTo>
                  <a:pt x="9307009" y="2246878"/>
                  <a:pt x="9532446" y="2256815"/>
                  <a:pt x="9757572" y="2248401"/>
                </a:cubicBezTo>
                <a:cubicBezTo>
                  <a:pt x="9858813" y="2244952"/>
                  <a:pt x="9960140" y="2239256"/>
                  <a:pt x="10060952" y="2229579"/>
                </a:cubicBezTo>
                <a:cubicBezTo>
                  <a:pt x="10273560" y="2209176"/>
                  <a:pt x="10485767" y="2182907"/>
                  <a:pt x="10695317" y="2142035"/>
                </a:cubicBezTo>
                <a:cubicBezTo>
                  <a:pt x="10820428" y="2117641"/>
                  <a:pt x="10946015" y="2094572"/>
                  <a:pt x="11070459" y="2066397"/>
                </a:cubicBezTo>
                <a:cubicBezTo>
                  <a:pt x="11150708" y="2048223"/>
                  <a:pt x="11231203" y="2031069"/>
                  <a:pt x="11311127" y="2011571"/>
                </a:cubicBezTo>
                <a:cubicBezTo>
                  <a:pt x="11503447" y="1964679"/>
                  <a:pt x="11695460" y="1916588"/>
                  <a:pt x="11887647" y="1869153"/>
                </a:cubicBezTo>
                <a:cubicBezTo>
                  <a:pt x="12126419" y="1810203"/>
                  <a:pt x="12364705" y="1749138"/>
                  <a:pt x="12604164" y="1693169"/>
                </a:cubicBezTo>
                <a:cubicBezTo>
                  <a:pt x="12884465" y="1627609"/>
                  <a:pt x="13166396" y="1567687"/>
                  <a:pt x="13451747" y="1530092"/>
                </a:cubicBezTo>
                <a:cubicBezTo>
                  <a:pt x="13649095" y="1504089"/>
                  <a:pt x="13847215" y="1481695"/>
                  <a:pt x="14047220" y="1475209"/>
                </a:cubicBezTo>
                <a:cubicBezTo>
                  <a:pt x="14212156" y="1469865"/>
                  <a:pt x="14377005" y="1466179"/>
                  <a:pt x="14541701" y="1469770"/>
                </a:cubicBezTo>
                <a:quadBezTo>
                  <a:pt x="14921348" y="1478038"/>
                  <a:pt x="15298995" y="1522510"/>
                </a:quadBezTo>
                <a:cubicBezTo>
                  <a:pt x="15553771" y="1552123"/>
                  <a:pt x="15806097" y="1594376"/>
                  <a:pt x="16058661" y="1637534"/>
                </a:cubicBezTo>
                <a:cubicBezTo>
                  <a:pt x="16306312" y="1679863"/>
                  <a:pt x="16550247" y="1738013"/>
                  <a:pt x="16793838" y="1797059"/>
                </a:cubicBezTo>
                <a:cubicBezTo>
                  <a:pt x="16803706" y="1787124"/>
                  <a:pt x="16796010" y="1778104"/>
                  <a:pt x="16792678" y="1770389"/>
                </a:cubicBezTo>
                <a:cubicBezTo>
                  <a:pt x="16686112" y="1523948"/>
                  <a:pt x="16649803" y="1265649"/>
                  <a:pt x="16667252" y="999568"/>
                </a:cubicBezTo>
                <a:cubicBezTo>
                  <a:pt x="16687255" y="694092"/>
                  <a:pt x="16842008" y="482913"/>
                  <a:pt x="17120642" y="357126"/>
                </a:cubicBezTo>
                <a:cubicBezTo>
                  <a:pt x="17262346" y="293147"/>
                  <a:pt x="17409764" y="243607"/>
                  <a:pt x="17550972" y="179009"/>
                </a:cubicBezTo>
                <a:cubicBezTo>
                  <a:pt x="17635290" y="142099"/>
                  <a:pt x="17714422" y="94323"/>
                  <a:pt x="17786354" y="36896"/>
                </a:cubicBezTo>
                <a:cubicBezTo>
                  <a:pt x="17794926" y="29857"/>
                  <a:pt x="17803890" y="23351"/>
                  <a:pt x="17812718" y="16674"/>
                </a:cubicBezTo>
                <a:cubicBezTo>
                  <a:pt x="17825358" y="7092"/>
                  <a:pt x="17838056" y="-5043"/>
                  <a:pt x="17855372" y="2206"/>
                </a:cubicBezTo>
                <a:cubicBezTo>
                  <a:pt x="17874802" y="10330"/>
                  <a:pt x="17868486" y="29180"/>
                  <a:pt x="17868516" y="44030"/>
                </a:cubicBezTo>
                <a:cubicBezTo>
                  <a:pt x="17868764" y="190029"/>
                  <a:pt x="17878994" y="336981"/>
                  <a:pt x="17865974" y="481827"/>
                </a:cubicBezTo>
                <a:cubicBezTo>
                  <a:pt x="17841866" y="749718"/>
                  <a:pt x="17738748" y="979432"/>
                  <a:pt x="17506538" y="1137147"/>
                </a:cubicBezTo>
                <a:cubicBezTo>
                  <a:pt x="17398906" y="1210252"/>
                  <a:pt x="17274890" y="1246456"/>
                  <a:pt x="17159380" y="1301616"/>
                </a:cubicBezTo>
                <a:cubicBezTo>
                  <a:pt x="17086324" y="1336496"/>
                  <a:pt x="17012278" y="1368710"/>
                  <a:pt x="16946020" y="1416020"/>
                </a:cubicBezTo>
                <a:cubicBezTo>
                  <a:pt x="16930894" y="1426822"/>
                  <a:pt x="16915722" y="1443033"/>
                  <a:pt x="16894986" y="1432213"/>
                </a:cubicBezTo>
                <a:cubicBezTo>
                  <a:pt x="16873220" y="1420878"/>
                  <a:pt x="16867418" y="1400037"/>
                  <a:pt x="16866324" y="1376015"/>
                </a:cubicBezTo>
                <a:cubicBezTo>
                  <a:pt x="16859658" y="1230283"/>
                  <a:pt x="16918216" y="1108258"/>
                  <a:pt x="17001846" y="994587"/>
                </a:cubicBezTo>
                <a:cubicBezTo>
                  <a:pt x="17048586" y="931065"/>
                  <a:pt x="17113822" y="887754"/>
                  <a:pt x="17170544" y="835129"/>
                </a:cubicBezTo>
                <a:cubicBezTo>
                  <a:pt x="17181022" y="825356"/>
                  <a:pt x="17197690" y="817870"/>
                  <a:pt x="17195308" y="798067"/>
                </a:cubicBezTo>
                <a:cubicBezTo>
                  <a:pt x="16952716" y="916739"/>
                  <a:pt x="16788230" y="1102124"/>
                  <a:pt x="16772047" y="1369643"/>
                </a:cubicBezTo>
                <a:cubicBezTo>
                  <a:pt x="16762655" y="1525025"/>
                  <a:pt x="16804030" y="1666633"/>
                  <a:pt x="16868696" y="1804307"/>
                </a:cubicBezTo>
                <a:cubicBezTo>
                  <a:pt x="16873970" y="1814109"/>
                  <a:pt x="16883686" y="1820730"/>
                  <a:pt x="16894738" y="1822052"/>
                </a:cubicBezTo>
                <a:cubicBezTo>
                  <a:pt x="17059662" y="1866772"/>
                  <a:pt x="17224930" y="1910330"/>
                  <a:pt x="17389180" y="1957450"/>
                </a:cubicBezTo>
                <a:cubicBezTo>
                  <a:pt x="17561070" y="2006771"/>
                  <a:pt x="17731824" y="2060044"/>
                  <a:pt x="17903322" y="2110803"/>
                </a:cubicBezTo>
                <a:cubicBezTo>
                  <a:pt x="18013658" y="2143435"/>
                  <a:pt x="18124482" y="2174430"/>
                  <a:pt x="18234972" y="2206567"/>
                </a:cubicBezTo>
                <a:cubicBezTo>
                  <a:pt x="18251330" y="2212776"/>
                  <a:pt x="18269110" y="2214219"/>
                  <a:pt x="18286254" y="2210730"/>
                </a:cubicBez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7" name="Path_27097DB47">
            <a:extLst>
              <a:ext uri="{4E60E0AF-6CBF-4C04-B584-085CDC049B2A}">
                <a16:creationId xmlns:a16="http://schemas.microsoft.com/office/drawing/2010/main" id="{871059AF-F092-448B-AB76-1C1E684F7BFE}"/>
              </a:ext>
            </a:extLst>
          </p:cNvPr>
          <p:cNvSpPr/>
          <p:nvPr/>
        </p:nvSpPr>
        <p:spPr>
          <a:xfrm rot="0">
            <a:off x="7979624" y="3944545"/>
            <a:ext cx="633001" cy="347909"/>
          </a:xfrm>
          <a:custGeom>
            <a:avLst/>
            <a:gdLst/>
            <a:ahLst/>
            <a:cxnLst/>
            <a:rect b="b" l="0" r="r" t="0"/>
            <a:pathLst>
              <a:path h="695624" w="1265647">
                <a:moveTo>
                  <a:pt x="695968" y="327844"/>
                </a:moveTo>
                <a:quadBezTo>
                  <a:pt x="795847" y="347304"/>
                  <a:pt x="895736" y="366811"/>
                </a:quadBezTo>
                <a:cubicBezTo>
                  <a:pt x="931341" y="373840"/>
                  <a:pt x="933027" y="386537"/>
                  <a:pt x="905833" y="410683"/>
                </a:cubicBezTo>
                <a:cubicBezTo>
                  <a:pt x="825604" y="481930"/>
                  <a:pt x="757939" y="562864"/>
                  <a:pt x="722000" y="666201"/>
                </a:cubicBezTo>
                <a:cubicBezTo>
                  <a:pt x="712989" y="692166"/>
                  <a:pt x="693968" y="696509"/>
                  <a:pt x="669422" y="695490"/>
                </a:cubicBezTo>
                <a:cubicBezTo>
                  <a:pt x="549741" y="690509"/>
                  <a:pt x="450109" y="636892"/>
                  <a:pt x="359859" y="564578"/>
                </a:cubicBezTo>
                <a:cubicBezTo>
                  <a:pt x="247997" y="473574"/>
                  <a:pt x="157160" y="359432"/>
                  <a:pt x="93588" y="229994"/>
                </a:cubicBezTo>
                <a:cubicBezTo>
                  <a:pt x="68604" y="180597"/>
                  <a:pt x="39649" y="133210"/>
                  <a:pt x="12540" y="84880"/>
                </a:cubicBezTo>
                <a:cubicBezTo>
                  <a:pt x="5730" y="72727"/>
                  <a:pt x="-6015" y="60706"/>
                  <a:pt x="3692" y="45895"/>
                </a:cubicBezTo>
                <a:cubicBezTo>
                  <a:pt x="13274" y="31274"/>
                  <a:pt x="28752" y="34941"/>
                  <a:pt x="42678" y="38275"/>
                </a:cubicBezTo>
                <a:cubicBezTo>
                  <a:pt x="176837" y="70536"/>
                  <a:pt x="310482" y="56934"/>
                  <a:pt x="442832" y="29607"/>
                </a:cubicBezTo>
                <a:cubicBezTo>
                  <a:pt x="669985" y="-17294"/>
                  <a:pt x="892289" y="-14484"/>
                  <a:pt x="1107678" y="81994"/>
                </a:cubicBezTo>
                <a:cubicBezTo>
                  <a:pt x="1154082" y="102489"/>
                  <a:pt x="1198182" y="127846"/>
                  <a:pt x="1239237" y="157642"/>
                </a:cubicBezTo>
                <a:cubicBezTo>
                  <a:pt x="1277042" y="185369"/>
                  <a:pt x="1274099" y="199781"/>
                  <a:pt x="1231437" y="217754"/>
                </a:cubicBezTo>
                <a:cubicBezTo>
                  <a:pt x="1162452" y="245504"/>
                  <a:pt x="1095802" y="278735"/>
                  <a:pt x="1032124" y="317128"/>
                </a:cubicBezTo>
                <a:cubicBezTo>
                  <a:pt x="1009640" y="332195"/>
                  <a:pt x="981374" y="335798"/>
                  <a:pt x="955829" y="326853"/>
                </a:cubicBezTo>
                <a:cubicBezTo>
                  <a:pt x="870275" y="301698"/>
                  <a:pt x="783874" y="310985"/>
                  <a:pt x="695987" y="327806"/>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8" name="Path_27098CDE7">
            <a:extLst>
              <a:ext uri="{CA61B931-08F1-4387-B87F-841FD912FEF5}">
                <a16:creationId xmlns:a16="http://schemas.microsoft.com/office/drawing/2010/main" id="{11D8DA73-6C39-4D8A-A802-6B0CDB6DC022}"/>
              </a:ext>
            </a:extLst>
          </p:cNvPr>
          <p:cNvSpPr/>
          <p:nvPr/>
        </p:nvSpPr>
        <p:spPr>
          <a:xfrm rot="0">
            <a:off x="3140512" y="4082356"/>
            <a:ext cx="329588" cy="222888"/>
          </a:xfrm>
          <a:custGeom>
            <a:avLst/>
            <a:gdLst/>
            <a:ahLst/>
            <a:cxnLst/>
            <a:rect b="b" l="0" r="r" t="0"/>
            <a:pathLst>
              <a:path h="445652" w="658992">
                <a:moveTo>
                  <a:pt x="349104" y="257584"/>
                </a:moveTo>
                <a:cubicBezTo>
                  <a:pt x="370059" y="268185"/>
                  <a:pt x="391185" y="278615"/>
                  <a:pt x="412064" y="289445"/>
                </a:cubicBezTo>
                <a:cubicBezTo>
                  <a:pt x="439505" y="303676"/>
                  <a:pt x="443982" y="316991"/>
                  <a:pt x="413664" y="335413"/>
                </a:cubicBezTo>
                <a:cubicBezTo>
                  <a:pt x="370478" y="361664"/>
                  <a:pt x="327272" y="388619"/>
                  <a:pt x="299526" y="433463"/>
                </a:cubicBezTo>
                <a:cubicBezTo>
                  <a:pt x="288868" y="450684"/>
                  <a:pt x="273466" y="446227"/>
                  <a:pt x="257378" y="440750"/>
                </a:cubicBezTo>
                <a:cubicBezTo>
                  <a:pt x="201048" y="421566"/>
                  <a:pt x="159480" y="382390"/>
                  <a:pt x="124028" y="337642"/>
                </a:cubicBezTo>
                <a:cubicBezTo>
                  <a:pt x="52143" y="246840"/>
                  <a:pt x="31636" y="134759"/>
                  <a:pt x="1394" y="26917"/>
                </a:cubicBezTo>
                <a:cubicBezTo>
                  <a:pt x="-3625" y="9048"/>
                  <a:pt x="5252" y="-5916"/>
                  <a:pt x="22521" y="2324"/>
                </a:cubicBezTo>
                <a:cubicBezTo>
                  <a:pt x="153013" y="64560"/>
                  <a:pt x="300736" y="41376"/>
                  <a:pt x="434172" y="87391"/>
                </a:cubicBezTo>
                <a:cubicBezTo>
                  <a:pt x="516556" y="116815"/>
                  <a:pt x="590133" y="166646"/>
                  <a:pt x="648028" y="232228"/>
                </a:cubicBezTo>
                <a:cubicBezTo>
                  <a:pt x="666068" y="251917"/>
                  <a:pt x="661535" y="260632"/>
                  <a:pt x="636712" y="266442"/>
                </a:cubicBezTo>
                <a:cubicBezTo>
                  <a:pt x="593707" y="276510"/>
                  <a:pt x="549082" y="278158"/>
                  <a:pt x="506973" y="293417"/>
                </a:cubicBezTo>
                <a:cubicBezTo>
                  <a:pt x="489647" y="299684"/>
                  <a:pt x="473807" y="285568"/>
                  <a:pt x="458548" y="277691"/>
                </a:cubicBezTo>
                <a:cubicBezTo>
                  <a:pt x="424506" y="260137"/>
                  <a:pt x="388911" y="249573"/>
                  <a:pt x="349077" y="257584"/>
                </a:cubicBezTo>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9" name="Path_27099BEFB">
            <a:extLst>
              <a:ext uri="{16E51020-B460-4D83-B85C-11E32FF18CD7}">
                <a16:creationId xmlns:a16="http://schemas.microsoft.com/office/drawing/2010/main" id="{95CEA97B-09C9-472D-A885-43F72AD11B17}"/>
              </a:ext>
            </a:extLst>
          </p:cNvPr>
          <p:cNvSpPr/>
          <p:nvPr/>
        </p:nvSpPr>
        <p:spPr>
          <a:xfrm rot="0">
            <a:off x="272370" y="4061883"/>
            <a:ext cx="213603" cy="138484"/>
          </a:xfrm>
          <a:custGeom>
            <a:avLst/>
            <a:gdLst/>
            <a:ahLst/>
            <a:cxnLst/>
            <a:rect b="b" l="0" r="r" t="0"/>
            <a:pathLst>
              <a:path h="276891" w="427086">
                <a:moveTo>
                  <a:pt x="291222" y="126952"/>
                </a:moveTo>
                <a:cubicBezTo>
                  <a:pt x="343324" y="125532"/>
                  <a:pt x="343076" y="125456"/>
                  <a:pt x="328179" y="174015"/>
                </a:cubicBezTo>
                <a:cubicBezTo>
                  <a:pt x="325114" y="184635"/>
                  <a:pt x="323248" y="195564"/>
                  <a:pt x="322616" y="206600"/>
                </a:cubicBezTo>
                <a:cubicBezTo>
                  <a:pt x="318387" y="264978"/>
                  <a:pt x="303395" y="282180"/>
                  <a:pt x="243625" y="275551"/>
                </a:cubicBezTo>
                <a:cubicBezTo>
                  <a:pt x="153776" y="265578"/>
                  <a:pt x="72871" y="232241"/>
                  <a:pt x="10853" y="162613"/>
                </a:cubicBezTo>
                <a:cubicBezTo>
                  <a:pt x="3634" y="154498"/>
                  <a:pt x="-7777" y="140706"/>
                  <a:pt x="7748" y="136086"/>
                </a:cubicBezTo>
                <a:cubicBezTo>
                  <a:pt x="108266" y="105863"/>
                  <a:pt x="182561" y="19652"/>
                  <a:pt x="289098" y="4241"/>
                </a:cubicBezTo>
                <a:cubicBezTo>
                  <a:pt x="326866" y="81"/>
                  <a:pt x="364909" y="-1022"/>
                  <a:pt x="402855" y="945"/>
                </a:cubicBezTo>
                <a:cubicBezTo>
                  <a:pt x="427991" y="1422"/>
                  <a:pt x="434973" y="16500"/>
                  <a:pt x="417142" y="34511"/>
                </a:cubicBezTo>
                <a:cubicBezTo>
                  <a:pt x="390310" y="61601"/>
                  <a:pt x="372956" y="101425"/>
                  <a:pt x="326655" y="104511"/>
                </a:cubicBezTo>
                <a:cubicBezTo>
                  <a:pt x="311778" y="105437"/>
                  <a:pt x="298406" y="113901"/>
                  <a:pt x="291203" y="126952"/>
                </a:cubicBezTo>
              </a:path>
            </a:pathLst>
          </a:custGeom>
          <a:solidFill>
            <a:schemeClr val="accent2">
              <a:lumMod val="60000"/>
              <a:lumOff val="40000"/>
            </a:schemeClr>
          </a:solidFill>
        </p:spPr>
        <p:txBody>
          <a:bodyPr anchor="ctr" rtlCol="0">
            <a:noAutofit/>
          </a:bodyPr>
          <a:lstStyle/>
          <a:p>
            <a:pPr/>
            <a:r>
              <a:rPr dirty="0" lang="en-US"/>
              <a:t/>
            </a:r>
            <a:endParaRPr dirty="0" lang="en-US"/>
          </a:p>
        </p:txBody>
      </p:sp>
      <p:grpSp>
        <p:nvGrpSpPr>
          <p:cNvPr id="10" name="Group Shape 18">
            <a:extLst>
              <a:ext uri="{1E467D0D-91A4-4C64-9F75-6D8B15975825}">
                <a16:creationId xmlns:a16="http://schemas.microsoft.com/office/drawing/2010/main" id="{8A3B06CA-A66B-4B0A-AB02-7750E2E209C6}"/>
              </a:ext>
            </a:extLst>
          </p:cNvPr>
          <p:cNvGrpSpPr>
            <a:grpSpLocks noChangeAspect="true"/>
          </p:cNvGrpSpPr>
          <p:nvPr/>
        </p:nvGrpSpPr>
        <p:grpSpPr>
          <a:xfrm flipH="false" flipV="false" rot="0">
            <a:off x="819148" y="715443"/>
            <a:ext cx="1622353" cy="1399107"/>
            <a:chOff x="819148" y="715443"/>
            <a:chExt cx="1622353" cy="1399107"/>
          </a:xfrm>
        </p:grpSpPr>
        <p:sp>
          <p:nvSpPr>
            <p:cNvPr id="11" name="Path_27090A98D">
              <a:extLst>
                <a:ext uri="{AA76FD3D-7796-4048-BE61-1981AC37AF27}">
                  <a16:creationId xmlns:a16="http://schemas.microsoft.com/office/drawing/2010/main" id="{A973543A-1D15-4D57-8581-DC7E935773F3}"/>
                </a:ext>
              </a:extLst>
            </p:cNvPr>
            <p:cNvSpPr/>
            <p:nvPr/>
          </p:nvSpPr>
          <p:spPr>
            <a:xfrm rot="0">
              <a:off x="1039101" y="1024947"/>
              <a:ext cx="944940" cy="1086397"/>
            </a:xfrm>
            <a:custGeom>
              <a:avLst/>
              <a:gdLst/>
              <a:ahLst/>
              <a:cxnLst/>
              <a:rect b="b" l="0" r="r" t="0"/>
              <a:pathLst>
                <a:path h="2182152" w="1898014">
                  <a:moveTo>
                    <a:pt x="15579" y="2178282"/>
                  </a:moveTo>
                  <a:cubicBezTo>
                    <a:pt x="8254" y="2184950"/>
                    <a:pt x="3816" y="2182730"/>
                    <a:pt x="1615" y="2173710"/>
                  </a:cubicBezTo>
                  <a:quadBezTo>
                    <a:pt x="1425" y="1840782"/>
                    <a:pt x="1358" y="1507855"/>
                  </a:quadBezTo>
                  <a:cubicBezTo>
                    <a:pt x="1358" y="1447619"/>
                    <a:pt x="-3319" y="1386554"/>
                    <a:pt x="4682" y="1327290"/>
                  </a:cubicBezTo>
                  <a:cubicBezTo>
                    <a:pt x="59365" y="921906"/>
                    <a:pt x="264134" y="617429"/>
                    <a:pt x="623026" y="417995"/>
                  </a:cubicBezTo>
                  <a:cubicBezTo>
                    <a:pt x="749328" y="347815"/>
                    <a:pt x="888355" y="316335"/>
                    <a:pt x="1026229" y="280397"/>
                  </a:cubicBezTo>
                  <a:cubicBezTo>
                    <a:pt x="1099353" y="261347"/>
                    <a:pt x="1174143" y="246964"/>
                    <a:pt x="1242913" y="213531"/>
                  </a:cubicBezTo>
                  <a:cubicBezTo>
                    <a:pt x="1250754" y="214463"/>
                    <a:pt x="1258684" y="214326"/>
                    <a:pt x="1266488" y="213122"/>
                  </a:cubicBezTo>
                  <a:cubicBezTo>
                    <a:pt x="1417935" y="167573"/>
                    <a:pt x="1567144" y="115224"/>
                    <a:pt x="1716258" y="62560"/>
                  </a:cubicBezTo>
                  <a:cubicBezTo>
                    <a:pt x="1776656" y="41234"/>
                    <a:pt x="1832368" y="6029"/>
                    <a:pt x="1898014" y="0"/>
                  </a:cubicBezTo>
                  <a:cubicBezTo>
                    <a:pt x="1880945" y="52892"/>
                    <a:pt x="1853047" y="100813"/>
                    <a:pt x="1829301" y="150666"/>
                  </a:cubicBezTo>
                  <a:cubicBezTo>
                    <a:pt x="1735733" y="344693"/>
                    <a:pt x="1627134" y="531107"/>
                    <a:pt x="1504500" y="708201"/>
                  </a:cubicBezTo>
                  <a:cubicBezTo>
                    <a:pt x="1360261" y="918705"/>
                    <a:pt x="1198203" y="1114920"/>
                    <a:pt x="1026182" y="1303344"/>
                  </a:cubicBezTo>
                  <a:cubicBezTo>
                    <a:pt x="823842" y="1524972"/>
                    <a:pt x="601986" y="1725225"/>
                    <a:pt x="369414" y="1914154"/>
                  </a:cubicBezTo>
                  <a:cubicBezTo>
                    <a:pt x="255114" y="2007032"/>
                    <a:pt x="135451" y="2092805"/>
                    <a:pt x="15598" y="2178282"/>
                  </a:cubicBezTo>
                </a:path>
              </a:pathLst>
            </a:custGeom>
            <a:solidFill>
              <a:schemeClr val="accent3"/>
            </a:solidFill>
          </p:spPr>
          <p:txBody>
            <a:bodyPr anchor="ctr" rtlCol="0">
              <a:noAutofit/>
            </a:bodyPr>
            <a:lstStyle/>
            <a:p>
              <a:pPr/>
              <a:r>
                <a:rPr dirty="0" lang="en-US"/>
                <a:t/>
              </a:r>
              <a:endParaRPr dirty="0" lang="en-US"/>
            </a:p>
          </p:txBody>
        </p:sp>
        <p:sp>
          <p:nvSpPr>
            <p:cNvPr id="12" name="Path_2709188D0">
              <a:extLst>
                <a:ext uri="{1A50F78F-173A-4A17-BA55-9EA3ACAE42E9}">
                  <a16:creationId xmlns:a16="http://schemas.microsoft.com/office/drawing/2010/main" id="{9AFF4732-86B7-48C3-BE05-AC00EEA52085}"/>
                </a:ext>
              </a:extLst>
            </p:cNvPr>
            <p:cNvSpPr/>
            <p:nvPr/>
          </p:nvSpPr>
          <p:spPr>
            <a:xfrm rot="0">
              <a:off x="819148" y="715443"/>
              <a:ext cx="838750" cy="1392248"/>
            </a:xfrm>
            <a:custGeom>
              <a:avLst/>
              <a:gdLst/>
              <a:ahLst/>
              <a:cxnLst/>
              <a:rect b="b" l="0" r="r" t="0"/>
              <a:pathLst>
                <a:path h="2796487" w="1684720">
                  <a:moveTo>
                    <a:pt x="1684720" y="835186"/>
                  </a:moveTo>
                  <a:cubicBezTo>
                    <a:pt x="1615949" y="868629"/>
                    <a:pt x="1541149" y="882992"/>
                    <a:pt x="1468026" y="902061"/>
                  </a:cubicBezTo>
                  <a:cubicBezTo>
                    <a:pt x="1330152" y="937999"/>
                    <a:pt x="1191134" y="969479"/>
                    <a:pt x="1064823" y="1039659"/>
                  </a:cubicBezTo>
                  <a:cubicBezTo>
                    <a:pt x="705931" y="1239084"/>
                    <a:pt x="501162" y="1543532"/>
                    <a:pt x="446479" y="1948954"/>
                  </a:cubicBezTo>
                  <a:cubicBezTo>
                    <a:pt x="438488" y="2008219"/>
                    <a:pt x="443203" y="2069283"/>
                    <a:pt x="443165" y="2129520"/>
                  </a:cubicBezTo>
                  <a:quadBezTo>
                    <a:pt x="442907" y="2462447"/>
                    <a:pt x="443412" y="2795374"/>
                  </a:quadBezTo>
                  <a:cubicBezTo>
                    <a:pt x="423029" y="2801032"/>
                    <a:pt x="419028" y="2783868"/>
                    <a:pt x="413713" y="2771990"/>
                  </a:cubicBezTo>
                  <a:cubicBezTo>
                    <a:pt x="305090" y="2528884"/>
                    <a:pt x="173474" y="2296474"/>
                    <a:pt x="74061" y="2049348"/>
                  </a:cubicBezTo>
                  <a:cubicBezTo>
                    <a:pt x="-14350" y="1829549"/>
                    <a:pt x="-16074" y="1601968"/>
                    <a:pt x="29446" y="1371549"/>
                  </a:cubicBezTo>
                  <a:cubicBezTo>
                    <a:pt x="69537" y="1168495"/>
                    <a:pt x="169549" y="996645"/>
                    <a:pt x="303357" y="844073"/>
                  </a:cubicBezTo>
                  <a:cubicBezTo>
                    <a:pt x="375042" y="762320"/>
                    <a:pt x="466234" y="699550"/>
                    <a:pt x="547521" y="627141"/>
                  </a:cubicBezTo>
                  <a:cubicBezTo>
                    <a:pt x="703235" y="488495"/>
                    <a:pt x="858902" y="349773"/>
                    <a:pt x="1001596" y="196868"/>
                  </a:cubicBezTo>
                  <a:cubicBezTo>
                    <a:pt x="1058403" y="136004"/>
                    <a:pt x="1116420" y="76472"/>
                    <a:pt x="1169560" y="12274"/>
                  </a:cubicBezTo>
                  <a:cubicBezTo>
                    <a:pt x="1189163" y="-11405"/>
                    <a:pt x="1205555" y="3587"/>
                    <a:pt x="1218928" y="20294"/>
                  </a:cubicBezTo>
                  <a:cubicBezTo>
                    <a:pt x="1261019" y="72872"/>
                    <a:pt x="1305558" y="123869"/>
                    <a:pt x="1343287" y="179466"/>
                  </a:cubicBezTo>
                  <a:cubicBezTo>
                    <a:pt x="1407676" y="274316"/>
                    <a:pt x="1473922" y="368137"/>
                    <a:pt x="1530205" y="468274"/>
                  </a:cubicBezTo>
                  <a:cubicBezTo>
                    <a:pt x="1535727" y="482831"/>
                    <a:pt x="1545004" y="495668"/>
                    <a:pt x="1557094" y="505478"/>
                  </a:cubicBezTo>
                  <a:cubicBezTo>
                    <a:pt x="1556370" y="528996"/>
                    <a:pt x="1570429" y="547074"/>
                    <a:pt x="1579726" y="566886"/>
                  </a:cubicBezTo>
                  <a:cubicBezTo>
                    <a:pt x="1620683" y="653992"/>
                    <a:pt x="1662765" y="740651"/>
                    <a:pt x="1684720" y="835186"/>
                  </a:cubicBezTo>
                </a:path>
              </a:pathLst>
            </a:custGeom>
            <a:solidFill>
              <a:schemeClr val="accent1">
                <a:alpha val="84000"/>
              </a:schemeClr>
            </a:solidFill>
          </p:spPr>
          <p:txBody>
            <a:bodyPr anchor="ctr" rtlCol="0">
              <a:noAutofit/>
            </a:bodyPr>
            <a:lstStyle/>
            <a:p>
              <a:pPr/>
              <a:r>
                <a:rPr dirty="0" lang="en-US"/>
                <a:t/>
              </a:r>
              <a:endParaRPr dirty="0" lang="en-US"/>
            </a:p>
          </p:txBody>
        </p:sp>
        <p:sp>
          <p:nvSpPr>
            <p:cNvPr id="13" name="Path_270929DA8">
              <a:extLst>
                <a:ext uri="{5D269897-41DB-4126-8668-B23F7C4E93AC}">
                  <a16:creationId xmlns:a16="http://schemas.microsoft.com/office/drawing/2010/main" id="{3D176A82-AFC7-4E96-890C-31EED1646000}"/>
                </a:ext>
              </a:extLst>
            </p:cNvPr>
            <p:cNvSpPr/>
            <p:nvPr/>
          </p:nvSpPr>
          <p:spPr>
            <a:xfrm rot="0">
              <a:off x="1039339" y="1024937"/>
              <a:ext cx="989034" cy="1089613"/>
            </a:xfrm>
            <a:custGeom>
              <a:avLst/>
              <a:gdLst/>
              <a:ahLst/>
              <a:cxnLst/>
              <a:rect b="b" l="0" r="r" t="0"/>
              <a:pathLst>
                <a:path h="2188611" w="1986582">
                  <a:moveTo>
                    <a:pt x="19" y="2178291"/>
                  </a:moveTo>
                  <a:cubicBezTo>
                    <a:pt x="119872" y="2092814"/>
                    <a:pt x="239497" y="2007041"/>
                    <a:pt x="353835" y="1914163"/>
                  </a:cubicBezTo>
                  <a:cubicBezTo>
                    <a:pt x="586407" y="1725235"/>
                    <a:pt x="808263" y="1524981"/>
                    <a:pt x="1010603" y="1303353"/>
                  </a:cubicBezTo>
                  <a:cubicBezTo>
                    <a:pt x="1182624" y="1114930"/>
                    <a:pt x="1344682" y="918762"/>
                    <a:pt x="1488920" y="708212"/>
                  </a:cubicBezTo>
                  <a:cubicBezTo>
                    <a:pt x="1611555" y="531118"/>
                    <a:pt x="1720153" y="344705"/>
                    <a:pt x="1813722" y="150677"/>
                  </a:cubicBezTo>
                  <a:cubicBezTo>
                    <a:pt x="1837468" y="100822"/>
                    <a:pt x="1865366" y="52902"/>
                    <a:pt x="1882445" y="0"/>
                  </a:cubicBezTo>
                  <a:cubicBezTo>
                    <a:pt x="1911782" y="5334"/>
                    <a:pt x="1904352" y="32499"/>
                    <a:pt x="1907772" y="49311"/>
                  </a:cubicBezTo>
                  <a:cubicBezTo>
                    <a:pt x="1927774" y="148542"/>
                    <a:pt x="1947243" y="248031"/>
                    <a:pt x="1961912" y="348167"/>
                  </a:cubicBezTo>
                  <a:cubicBezTo>
                    <a:pt x="1996840" y="586559"/>
                    <a:pt x="1996421" y="824713"/>
                    <a:pt x="1949434" y="1061942"/>
                  </a:cubicBezTo>
                  <a:cubicBezTo>
                    <a:pt x="1910721" y="1253490"/>
                    <a:pt x="1834208" y="1435398"/>
                    <a:pt x="1724368" y="1597028"/>
                  </a:cubicBezTo>
                  <a:cubicBezTo>
                    <a:pt x="1712905" y="1604833"/>
                    <a:pt x="1706874" y="1618473"/>
                    <a:pt x="1708814" y="1632204"/>
                  </a:cubicBezTo>
                  <a:cubicBezTo>
                    <a:pt x="1660293" y="1661255"/>
                    <a:pt x="1630709" y="1709557"/>
                    <a:pt x="1592056" y="1748533"/>
                  </a:cubicBezTo>
                  <a:cubicBezTo>
                    <a:pt x="1364190" y="1978457"/>
                    <a:pt x="1080669" y="2092776"/>
                    <a:pt x="769477" y="2153536"/>
                  </a:cubicBezTo>
                  <a:cubicBezTo>
                    <a:pt x="524285" y="2201409"/>
                    <a:pt x="276616" y="2185197"/>
                    <a:pt x="29613" y="2188464"/>
                  </a:cubicBezTo>
                  <a:cubicBezTo>
                    <a:pt x="18745" y="2188607"/>
                    <a:pt x="6963" y="2190102"/>
                    <a:pt x="0" y="2178291"/>
                  </a:cubicBezTo>
                </a:path>
              </a:pathLst>
            </a:custGeom>
            <a:solidFill>
              <a:schemeClr val="accent3">
                <a:alpha val="97000"/>
                <a:lumMod val="75000"/>
              </a:schemeClr>
            </a:solidFill>
          </p:spPr>
          <p:txBody>
            <a:bodyPr anchor="ctr" rtlCol="0">
              <a:noAutofit/>
            </a:bodyPr>
            <a:lstStyle/>
            <a:p>
              <a:pPr/>
              <a:r>
                <a:rPr dirty="0" lang="en-US"/>
                <a:t/>
              </a:r>
              <a:endParaRPr dirty="0" lang="en-US"/>
            </a:p>
          </p:txBody>
        </p:sp>
        <p:sp>
          <p:nvSpPr>
            <p:cNvPr id="14" name="Path_27093F580">
              <a:extLst>
                <a:ext uri="{653E02BF-7841-46AE-A997-A5146CF1F4B8}">
                  <a16:creationId xmlns:a16="http://schemas.microsoft.com/office/drawing/2010/main" id="{A1B4C777-20F4-4C56-BCC4-ADE294D49C1F}"/>
                </a:ext>
              </a:extLst>
            </p:cNvPr>
            <p:cNvSpPr/>
            <p:nvPr/>
          </p:nvSpPr>
          <p:spPr>
            <a:xfrm rot="0">
              <a:off x="1580991" y="822586"/>
              <a:ext cx="860510" cy="1021177"/>
            </a:xfrm>
            <a:custGeom>
              <a:avLst/>
              <a:gdLst/>
              <a:ahLst/>
              <a:cxnLst/>
              <a:rect b="b" l="0" r="r" t="0"/>
              <a:pathLst>
                <a:path h="2051148" w="1728428">
                  <a:moveTo>
                    <a:pt x="635946" y="2038651"/>
                  </a:moveTo>
                  <a:cubicBezTo>
                    <a:pt x="634011" y="2024916"/>
                    <a:pt x="640046" y="2011274"/>
                    <a:pt x="651510" y="2003466"/>
                  </a:cubicBezTo>
                  <a:cubicBezTo>
                    <a:pt x="734770" y="2010770"/>
                    <a:pt x="818653" y="2005747"/>
                    <a:pt x="900446" y="1988559"/>
                  </a:cubicBezTo>
                  <a:cubicBezTo>
                    <a:pt x="1174156" y="1934086"/>
                    <a:pt x="1385268" y="1785010"/>
                    <a:pt x="1531553" y="1554076"/>
                  </a:cubicBezTo>
                  <a:cubicBezTo>
                    <a:pt x="1710461" y="1271717"/>
                    <a:pt x="1742856" y="966298"/>
                    <a:pt x="1612335" y="654697"/>
                  </a:cubicBezTo>
                  <a:cubicBezTo>
                    <a:pt x="1454439" y="277735"/>
                    <a:pt x="1163098" y="75043"/>
                    <a:pt x="758619" y="42354"/>
                  </a:cubicBezTo>
                  <a:cubicBezTo>
                    <a:pt x="516112" y="22761"/>
                    <a:pt x="295542" y="93169"/>
                    <a:pt x="101584" y="243274"/>
                  </a:cubicBezTo>
                  <a:cubicBezTo>
                    <a:pt x="78724" y="260952"/>
                    <a:pt x="61408" y="290185"/>
                    <a:pt x="26889" y="290270"/>
                  </a:cubicBezTo>
                  <a:cubicBezTo>
                    <a:pt x="14799" y="280460"/>
                    <a:pt x="5522" y="267623"/>
                    <a:pt x="0" y="253066"/>
                  </a:cubicBezTo>
                  <a:cubicBezTo>
                    <a:pt x="40443" y="247541"/>
                    <a:pt x="65999" y="216871"/>
                    <a:pt x="96203" y="194782"/>
                  </a:cubicBezTo>
                  <a:cubicBezTo>
                    <a:pt x="257437" y="75555"/>
                    <a:pt x="451050" y="8050"/>
                    <a:pt x="651462" y="1187"/>
                  </a:cubicBezTo>
                  <a:cubicBezTo>
                    <a:pt x="904208" y="-10072"/>
                    <a:pt x="1129836" y="58689"/>
                    <a:pt x="1330528" y="211689"/>
                  </a:cubicBezTo>
                  <a:cubicBezTo>
                    <a:pt x="1555137" y="382958"/>
                    <a:pt x="1686354" y="612920"/>
                    <a:pt x="1719691" y="889002"/>
                  </a:cubicBezTo>
                  <a:cubicBezTo>
                    <a:pt x="1756667" y="1194755"/>
                    <a:pt x="1676829" y="1473028"/>
                    <a:pt x="1469593" y="1709105"/>
                  </a:cubicBezTo>
                  <a:cubicBezTo>
                    <a:pt x="1374096" y="1817871"/>
                    <a:pt x="1257948" y="1898062"/>
                    <a:pt x="1129360" y="1960184"/>
                  </a:cubicBezTo>
                  <a:cubicBezTo>
                    <a:pt x="983199" y="2030802"/>
                    <a:pt x="826742" y="2055996"/>
                    <a:pt x="665017" y="2050395"/>
                  </a:cubicBezTo>
                  <a:cubicBezTo>
                    <a:pt x="653872" y="2050005"/>
                    <a:pt x="642528" y="2050224"/>
                    <a:pt x="635908" y="2038660"/>
                  </a:cubicBezTo>
                </a:path>
              </a:pathLst>
            </a:custGeom>
            <a:solidFill>
              <a:schemeClr val="accent3"/>
            </a:solidFill>
          </p:spPr>
          <p:txBody>
            <a:bodyPr anchor="ctr" rtlCol="0">
              <a:noAutofit/>
            </a:bodyPr>
            <a:lstStyle/>
            <a:p>
              <a:pPr/>
              <a:r>
                <a:rPr dirty="0" lang="en-US"/>
                <a:t/>
              </a:r>
              <a:endParaRPr dirty="0" lang="en-US"/>
            </a:p>
          </p:txBody>
        </p:sp>
      </p:grpSp>
      <p:sp>
        <p:nvSpPr>
          <p:cNvPr id="15" name="Title 1">
            <a:extLst>
              <a:ext uri="{D5BBD300-793F-42B1-88DC-FC7F96777196}">
                <a16:creationId xmlns:a16="http://schemas.microsoft.com/office/drawing/2010/main" id="{CFB537D3-48D2-4AF3-A34A-131E4A1421EF}"/>
              </a:ext>
            </a:extLst>
          </p:cNvPr>
          <p:cNvSpPr>
            <a:spLocks noGrp="true"/>
          </p:cNvSpPr>
          <p:nvPr>
            <p:ph type="title"/>
          </p:nvPr>
        </p:nvSpPr>
        <p:spPr>
          <a:xfrm rot="0">
            <a:off x="1333500" y="2238375"/>
            <a:ext cx="6477000" cy="666750"/>
          </a:xfrm>
        </p:spPr>
        <p:txBody>
          <a:bodyPr anchor="ctr" rtlCol="0"/>
          <a:lstStyle>
            <a:lvl1pPr algn="ctr" lvl="0">
              <a:defRPr dirty="0" lang="en-US" sz="3600"/>
            </a:lvl1pPr>
          </a:lstStyle>
          <a:p>
            <a:pPr/>
            <a:r>
              <a:rPr dirty="0" lang="en-US"/>
              <a:t>Click to edit Master title style</a:t>
            </a:r>
            <a:endParaRPr dirty="0" lang="en-US"/>
          </a:p>
        </p:txBody>
      </p:sp>
      <p:sp>
        <p:nvSpPr>
          <p:cNvPr hidden="false" id="16" name="Slide Number Placeholder 3">
            <a:extLst>
              <a:ext uri="{1DCA237D-2300-42AA-A3C0-808377BF725D}">
                <a16:creationId xmlns:a16="http://schemas.microsoft.com/office/drawing/2010/main" id="{A76CFCB8-D247-41A4-92CA-06909C756F44}"/>
              </a:ext>
            </a:extLst>
          </p:cNvPr>
          <p:cNvSpPr>
            <a:spLocks noGrp="true"/>
          </p:cNvSpPr>
          <p:nvPr>
            <p:ph idx="12" sz="quarter" type="sldNum"/>
          </p:nvPr>
        </p:nvSpPr>
        <p:spPr/>
        <p:txBody>
          <a:bodyPr rtlCol="0"/>
          <a:lstStyle/>
          <a:p>
            <a:pPr/>
            <a:r>
              <a:rPr dirty="0" lang="en-US"/>
              <a:t>&lt;#&gt;</a:t>
            </a:r>
            <a:endParaRPr dirty="0" lang="en-US"/>
          </a:p>
        </p:txBody>
      </p:sp>
      <p:sp>
        <p:nvSpPr>
          <p:cNvPr hidden="false" id="17" name="Footer Placeholder 2">
            <a:extLst>
              <a:ext uri="{18D93FA8-E94C-49D8-AF18-A0F443F519DE}">
                <a16:creationId xmlns:a16="http://schemas.microsoft.com/office/drawing/2010/main" id="{46EA94C5-F8A5-4F1D-8BEA-850DFAA16C78}"/>
              </a:ext>
            </a:extLst>
          </p:cNvPr>
          <p:cNvSpPr>
            <a:spLocks noGrp="true"/>
          </p:cNvSpPr>
          <p:nvPr>
            <p:ph idx="11" sz="quarter" type="ftr"/>
          </p:nvPr>
        </p:nvSpPr>
        <p:spPr/>
        <p:txBody>
          <a:bodyPr rtlCol="0"/>
          <a:lstStyle/>
          <a:p>
            <a:pPr/>
            <a:r>
              <a:rPr dirty="0" lang="en-US"/>
              <a:t>Footer</a:t>
            </a:r>
            <a:endParaRPr dirty="0" lang="en-US"/>
          </a:p>
        </p:txBody>
      </p:sp>
      <p:sp>
        <p:nvSpPr>
          <p:cNvPr hidden="false" id="18" name="Date Placeholder 1">
            <a:extLst>
              <a:ext uri="{535B95EE-7BE7-4EDC-8163-EAA1DADA70F8}">
                <a16:creationId xmlns:a16="http://schemas.microsoft.com/office/drawing/2010/main" id="{F05767B6-BE3C-491A-B923-A12C895756CE}"/>
              </a:ext>
            </a:extLst>
          </p:cNvPr>
          <p:cNvSpPr>
            <a:spLocks noGrp="true"/>
          </p:cNvSpPr>
          <p:nvPr>
            <p:ph idx="10" sz="half" type="dt"/>
          </p:nvPr>
        </p:nvSpPr>
        <p:spPr/>
        <p:txBody>
          <a:bodyPr rtlCol="0"/>
          <a:lstStyle/>
          <a:p>
            <a:pPr/>
            <a:r>
              <a:rPr dirty="0" lang="en-US"/>
              <a:t>Date</a:t>
            </a:r>
            <a:endParaRPr dirty="0" lang="en-US"/>
          </a:p>
        </p:txBody>
      </p:sp>
    </p:spTree>
    <p:extLst>
      <p:ext uri="{549AB11F-F0EF-44FA-8716-4B5C240657E1}">
        <p14:creationId xmlns:p14="http://schemas.microsoft.com/office/powerpoint/2010/main" val="1784042247746"/>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blank">
  <p:cSld name="Blank">
    <p:spTree>
      <p:nvGrpSpPr>
        <p:cNvPr id="1" name=""/>
        <p:cNvGrpSpPr/>
        <p:nvPr/>
      </p:nvGrpSpPr>
      <p:grpSpPr>
        <a:xfrm>
          <a:off x="0" y="0"/>
          <a:ext cx="0" cy="0"/>
          <a:chOff x="0" y="0"/>
          <a:chExt cx="0" cy="0"/>
        </a:xfrm>
      </p:grpSpPr>
      <p:sp>
        <p:nvSpPr>
          <p:cNvPr hidden="false" id="2" name="Slide Number Placeholder 3">
            <a:extLst>
              <a:ext uri="{E69D14CA-598F-49BC-B46B-B6409668628C}">
                <a16:creationId xmlns:a16="http://schemas.microsoft.com/office/drawing/2010/main" id="{4CF67787-CAC9-4CC6-A803-95FD405E5926}"/>
              </a:ext>
            </a:extLst>
          </p:cNvPr>
          <p:cNvSpPr>
            <a:spLocks noGrp="true"/>
          </p:cNvSpPr>
          <p:nvPr>
            <p:ph idx="12" sz="quarter" type="sldNum"/>
          </p:nvPr>
        </p:nvSpPr>
        <p:spPr/>
        <p:txBody>
          <a:bodyPr rtlCol="0"/>
          <a:lstStyle/>
          <a:p>
            <a:pPr/>
            <a:r>
              <a:rPr dirty="0" lang="en-US"/>
              <a:t>&lt;#&gt;</a:t>
            </a:r>
            <a:endParaRPr dirty="0" lang="en-US"/>
          </a:p>
        </p:txBody>
      </p:sp>
      <p:sp>
        <p:nvSpPr>
          <p:cNvPr hidden="false" id="3" name="Footer Placeholder 2">
            <a:extLst>
              <a:ext uri="{17EA9770-666A-4D5A-84F0-679225D2A4BC}">
                <a16:creationId xmlns:a16="http://schemas.microsoft.com/office/drawing/2010/main" id="{C810EA77-E503-426E-8F95-46410B09A119}"/>
              </a:ext>
            </a:extLst>
          </p:cNvPr>
          <p:cNvSpPr>
            <a:spLocks noGrp="true"/>
          </p:cNvSpPr>
          <p:nvPr>
            <p:ph idx="11" sz="quarter" type="ftr"/>
          </p:nvPr>
        </p:nvSpPr>
        <p:spPr/>
        <p:txBody>
          <a:bodyPr rtlCol="0"/>
          <a:lstStyle/>
          <a:p>
            <a:pPr/>
            <a:r>
              <a:rPr dirty="0" lang="en-US"/>
              <a:t>Footer</a:t>
            </a:r>
            <a:endParaRPr dirty="0" lang="en-US"/>
          </a:p>
        </p:txBody>
      </p:sp>
      <p:sp>
        <p:nvSpPr>
          <p:cNvPr hidden="false" id="4" name="Date Placeholder 1">
            <a:extLst>
              <a:ext uri="{F9BB1C4D-D74F-4966-A9C0-686BD0102245}">
                <a16:creationId xmlns:a16="http://schemas.microsoft.com/office/drawing/2010/main" id="{35BAB3DA-98AC-44D6-A221-8AE3CB29905F}"/>
              </a:ext>
            </a:extLst>
          </p:cNvPr>
          <p:cNvSpPr>
            <a:spLocks noGrp="true"/>
          </p:cNvSpPr>
          <p:nvPr>
            <p:ph idx="10" sz="half" type="dt"/>
          </p:nvPr>
        </p:nvSpPr>
        <p:spPr/>
        <p:txBody>
          <a:bodyPr rtlCol="0"/>
          <a:lstStyle/>
          <a:p>
            <a:pPr/>
            <a:r>
              <a:rPr dirty="0" lang="en-US"/>
              <a:t>Date</a:t>
            </a:r>
            <a:endParaRPr dirty="0" lang="en-US"/>
          </a:p>
        </p:txBody>
      </p:sp>
    </p:spTree>
    <p:extLst>
      <p:ext uri="{C6F757C5-40B9-41AF-A897-D21090E0E6F5}">
        <p14:creationId xmlns:p14="http://schemas.microsoft.com/office/powerpoint/2010/main" val="1784042247749"/>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objTx">
  <p:cSld name="Content with Caption">
    <p:spTree>
      <p:nvGrpSpPr>
        <p:cNvPr id="1" name=""/>
        <p:cNvGrpSpPr/>
        <p:nvPr/>
      </p:nvGrpSpPr>
      <p:grpSpPr>
        <a:xfrm>
          <a:off x="0" y="0"/>
          <a:ext cx="0" cy="0"/>
          <a:chOff x="0" y="0"/>
          <a:chExt cx="0" cy="0"/>
        </a:xfrm>
      </p:grpSpPr>
      <p:sp>
        <p:nvSpPr>
          <p:cNvPr id="2" name="Freeform 10">
            <a:extLst>
              <a:ext uri="{DE5693C6-1A85-4614-9B4B-D2A7B3A170B0}">
                <a16:creationId xmlns:a16="http://schemas.microsoft.com/office/drawing/2010/main" id="{115CC1E0-FF6B-4FFD-9925-D7C0A1505912}"/>
              </a:ext>
            </a:extLst>
          </p:cNvPr>
          <p:cNvSpPr>
            <a:spLocks noChangeAspect="true"/>
          </p:cNvSpPr>
          <p:nvPr/>
        </p:nvSpPr>
        <p:spPr>
          <a:xfrm rot="0">
            <a:off x="5543" y="140989"/>
            <a:ext cx="9189567" cy="1468783"/>
          </a:xfrm>
          <a:custGeom>
            <a:avLst/>
            <a:gdLst/>
            <a:ahLst/>
            <a:cxnLst/>
            <a:rect b="b" l="0" r="r" t="0"/>
            <a:pathLst>
              <a:path h="1428872" w="9030348">
                <a:moveTo>
                  <a:pt x="9030348" y="339480"/>
                </a:moveTo>
                <a:cubicBezTo>
                  <a:pt x="8936676" y="359247"/>
                  <a:pt x="8843051" y="379202"/>
                  <a:pt x="8749331" y="398688"/>
                </a:cubicBezTo>
                <a:cubicBezTo>
                  <a:pt x="8690029" y="411037"/>
                  <a:pt x="8630022" y="420615"/>
                  <a:pt x="8571377" y="435453"/>
                </a:cubicBezTo>
                <a:cubicBezTo>
                  <a:pt x="8525316" y="447144"/>
                  <a:pt x="8478738" y="455784"/>
                  <a:pt x="8432207" y="464188"/>
                </a:cubicBezTo>
                <a:cubicBezTo>
                  <a:pt x="8332102" y="482218"/>
                  <a:pt x="8232372" y="502033"/>
                  <a:pt x="8131328" y="515368"/>
                </a:cubicBezTo>
                <a:cubicBezTo>
                  <a:pt x="8073576" y="522974"/>
                  <a:pt x="8015823" y="532928"/>
                  <a:pt x="7957882" y="539361"/>
                </a:cubicBezTo>
                <a:cubicBezTo>
                  <a:pt x="7893744" y="546498"/>
                  <a:pt x="7829606" y="554292"/>
                  <a:pt x="7764997" y="558236"/>
                </a:cubicBezTo>
                <a:cubicBezTo>
                  <a:pt x="7707854" y="561711"/>
                  <a:pt x="7650806" y="569317"/>
                  <a:pt x="7593476" y="571806"/>
                </a:cubicBezTo>
                <a:cubicBezTo>
                  <a:pt x="7529666" y="574529"/>
                  <a:pt x="7465715" y="574670"/>
                  <a:pt x="7401858" y="576830"/>
                </a:cubicBezTo>
                <a:cubicBezTo>
                  <a:pt x="7355796" y="578379"/>
                  <a:pt x="7309829" y="578286"/>
                  <a:pt x="7263814" y="575750"/>
                </a:cubicBezTo>
                <a:cubicBezTo>
                  <a:pt x="7197516" y="572135"/>
                  <a:pt x="7130936" y="573684"/>
                  <a:pt x="7064966" y="565326"/>
                </a:cubicBezTo>
                <a:cubicBezTo>
                  <a:pt x="6960541" y="552132"/>
                  <a:pt x="6855553" y="545183"/>
                  <a:pt x="6751598" y="525322"/>
                </a:cubicBezTo>
                <a:cubicBezTo>
                  <a:pt x="6641961" y="504428"/>
                  <a:pt x="6533076" y="481139"/>
                  <a:pt x="6425834" y="451088"/>
                </a:cubicBezTo>
                <a:cubicBezTo>
                  <a:pt x="6354746" y="431180"/>
                  <a:pt x="6284034" y="409581"/>
                  <a:pt x="6213604" y="387278"/>
                </a:cubicBezTo>
                <a:cubicBezTo>
                  <a:pt x="6144630" y="365445"/>
                  <a:pt x="6075748" y="343283"/>
                  <a:pt x="6006773" y="321309"/>
                </a:cubicBezTo>
                <a:cubicBezTo>
                  <a:pt x="5941460" y="300555"/>
                  <a:pt x="5876946" y="277407"/>
                  <a:pt x="5811774" y="256090"/>
                </a:cubicBezTo>
                <a:cubicBezTo>
                  <a:pt x="5755571" y="237684"/>
                  <a:pt x="5698429" y="221955"/>
                  <a:pt x="5642695" y="202281"/>
                </a:cubicBezTo>
                <a:cubicBezTo>
                  <a:pt x="5576490" y="178898"/>
                  <a:pt x="5509440" y="158239"/>
                  <a:pt x="5441968" y="139598"/>
                </a:cubicBezTo>
                <a:cubicBezTo>
                  <a:pt x="5361725" y="117436"/>
                  <a:pt x="5281105" y="96213"/>
                  <a:pt x="5200110" y="76399"/>
                </a:cubicBezTo>
                <a:cubicBezTo>
                  <a:pt x="5102399" y="52499"/>
                  <a:pt x="5003422" y="37850"/>
                  <a:pt x="4904491" y="21651"/>
                </a:cubicBezTo>
                <a:cubicBezTo>
                  <a:pt x="4818049" y="7612"/>
                  <a:pt x="4730856" y="-230"/>
                  <a:pt x="4643851" y="5"/>
                </a:cubicBezTo>
                <a:cubicBezTo>
                  <a:pt x="4545154" y="240"/>
                  <a:pt x="4446317" y="2775"/>
                  <a:pt x="4347714" y="15547"/>
                </a:cubicBezTo>
                <a:cubicBezTo>
                  <a:pt x="4276627" y="24750"/>
                  <a:pt x="4205915" y="36019"/>
                  <a:pt x="4135672" y="48931"/>
                </a:cubicBezTo>
                <a:cubicBezTo>
                  <a:pt x="4036224" y="67243"/>
                  <a:pt x="3938138" y="92410"/>
                  <a:pt x="3840428" y="118892"/>
                </a:cubicBezTo>
                <a:cubicBezTo>
                  <a:pt x="3690036" y="159694"/>
                  <a:pt x="3542132" y="208103"/>
                  <a:pt x="3394275" y="256982"/>
                </a:cubicBezTo>
                <a:cubicBezTo>
                  <a:pt x="3280506" y="294592"/>
                  <a:pt x="3167489" y="334549"/>
                  <a:pt x="3053204" y="370375"/>
                </a:cubicBezTo>
                <a:cubicBezTo>
                  <a:pt x="2918588" y="412539"/>
                  <a:pt x="2784582" y="456535"/>
                  <a:pt x="2647760" y="491656"/>
                </a:cubicBezTo>
                <a:cubicBezTo>
                  <a:pt x="2558689" y="514523"/>
                  <a:pt x="2469805" y="537858"/>
                  <a:pt x="2379467" y="554292"/>
                </a:cubicBezTo>
                <a:cubicBezTo>
                  <a:pt x="2324437" y="564293"/>
                  <a:pt x="2269220" y="573825"/>
                  <a:pt x="2213486" y="581056"/>
                </a:cubicBezTo>
                <a:cubicBezTo>
                  <a:pt x="2130707" y="591808"/>
                  <a:pt x="2047834" y="598945"/>
                  <a:pt x="1964726" y="604345"/>
                </a:cubicBezTo>
                <a:cubicBezTo>
                  <a:pt x="1928243" y="606739"/>
                  <a:pt x="1891337" y="608430"/>
                  <a:pt x="1855042" y="607491"/>
                </a:cubicBezTo>
                <a:cubicBezTo>
                  <a:pt x="1752026" y="604720"/>
                  <a:pt x="1648540" y="607960"/>
                  <a:pt x="1546135" y="594344"/>
                </a:cubicBezTo>
                <a:cubicBezTo>
                  <a:pt x="1452650" y="581901"/>
                  <a:pt x="1358837" y="572698"/>
                  <a:pt x="1265587" y="557485"/>
                </a:cubicBezTo>
                <a:cubicBezTo>
                  <a:pt x="1184029" y="544150"/>
                  <a:pt x="1103691" y="524899"/>
                  <a:pt x="1022039" y="512269"/>
                </a:cubicBezTo>
                <a:cubicBezTo>
                  <a:pt x="969216" y="504099"/>
                  <a:pt x="917661" y="487524"/>
                  <a:pt x="865589" y="474471"/>
                </a:cubicBezTo>
                <a:cubicBezTo>
                  <a:pt x="747548" y="444843"/>
                  <a:pt x="631056" y="409816"/>
                  <a:pt x="515316" y="372347"/>
                </a:cubicBezTo>
                <a:cubicBezTo>
                  <a:pt x="434649" y="346241"/>
                  <a:pt x="354265" y="319196"/>
                  <a:pt x="273786" y="292526"/>
                </a:cubicBezTo>
                <a:cubicBezTo>
                  <a:pt x="194623" y="266326"/>
                  <a:pt x="115412" y="240173"/>
                  <a:pt x="36295" y="213785"/>
                </a:cubicBezTo>
                <a:cubicBezTo>
                  <a:pt x="24510" y="209841"/>
                  <a:pt x="13053" y="204864"/>
                  <a:pt x="1409" y="200356"/>
                </a:cubicBezTo>
                <a:lnTo>
                  <a:pt x="0" y="219091"/>
                </a:lnTo>
                <a:cubicBezTo>
                  <a:pt x="37751" y="223410"/>
                  <a:pt x="71229" y="241487"/>
                  <a:pt x="106726" y="252850"/>
                </a:cubicBezTo>
                <a:cubicBezTo>
                  <a:pt x="221762" y="289662"/>
                  <a:pt x="336141" y="328305"/>
                  <a:pt x="450848" y="366149"/>
                </a:cubicBezTo>
                <a:cubicBezTo>
                  <a:pt x="462634" y="370046"/>
                  <a:pt x="474842" y="372817"/>
                  <a:pt x="486533" y="377042"/>
                </a:cubicBezTo>
                <a:cubicBezTo>
                  <a:pt x="497661" y="381080"/>
                  <a:pt x="500807" y="386011"/>
                  <a:pt x="490524" y="396716"/>
                </a:cubicBezTo>
                <a:cubicBezTo>
                  <a:pt x="472353" y="415638"/>
                  <a:pt x="455544" y="436016"/>
                  <a:pt x="439251" y="456582"/>
                </a:cubicBezTo>
                <a:cubicBezTo>
                  <a:pt x="404317" y="500718"/>
                  <a:pt x="405773" y="587395"/>
                  <a:pt x="440847" y="632329"/>
                </a:cubicBezTo>
                <a:cubicBezTo>
                  <a:pt x="468644" y="667967"/>
                  <a:pt x="503859" y="697876"/>
                  <a:pt x="524143" y="739383"/>
                </a:cubicBezTo>
                <a:cubicBezTo>
                  <a:pt x="527570" y="746379"/>
                  <a:pt x="533534" y="751450"/>
                  <a:pt x="539778" y="741684"/>
                </a:cubicBezTo>
                <a:cubicBezTo>
                  <a:pt x="572646" y="690035"/>
                  <a:pt x="599456" y="637025"/>
                  <a:pt x="583117" y="572463"/>
                </a:cubicBezTo>
                <a:cubicBezTo>
                  <a:pt x="572881" y="531942"/>
                  <a:pt x="541328" y="505367"/>
                  <a:pt x="519541" y="472546"/>
                </a:cubicBezTo>
                <a:cubicBezTo>
                  <a:pt x="513250" y="463108"/>
                  <a:pt x="508789" y="443576"/>
                  <a:pt x="492872" y="448177"/>
                </a:cubicBezTo>
                <a:cubicBezTo>
                  <a:pt x="478833" y="452215"/>
                  <a:pt x="481744" y="470480"/>
                  <a:pt x="477471" y="482735"/>
                </a:cubicBezTo>
                <a:cubicBezTo>
                  <a:pt x="470146" y="503676"/>
                  <a:pt x="481133" y="523444"/>
                  <a:pt x="481697" y="546216"/>
                </a:cubicBezTo>
                <a:cubicBezTo>
                  <a:pt x="447749" y="500249"/>
                  <a:pt x="467000" y="414934"/>
                  <a:pt x="514001" y="392349"/>
                </a:cubicBezTo>
                <a:cubicBezTo>
                  <a:pt x="521185" y="388922"/>
                  <a:pt x="527383" y="390706"/>
                  <a:pt x="534238" y="392913"/>
                </a:cubicBezTo>
                <a:cubicBezTo>
                  <a:pt x="670075" y="436720"/>
                  <a:pt x="807367" y="475739"/>
                  <a:pt x="946256" y="508466"/>
                </a:cubicBezTo>
                <a:cubicBezTo>
                  <a:pt x="1042557" y="531144"/>
                  <a:pt x="1139798" y="549597"/>
                  <a:pt x="1237368" y="566735"/>
                </a:cubicBezTo>
                <a:cubicBezTo>
                  <a:pt x="1386962" y="593076"/>
                  <a:pt x="1537495" y="608946"/>
                  <a:pt x="1688873" y="617163"/>
                </a:cubicBezTo>
                <a:cubicBezTo>
                  <a:pt x="1765924" y="621342"/>
                  <a:pt x="1843210" y="618196"/>
                  <a:pt x="1920355" y="618290"/>
                </a:cubicBezTo>
                <a:cubicBezTo>
                  <a:pt x="2013557" y="618431"/>
                  <a:pt x="2105680" y="607866"/>
                  <a:pt x="2197709" y="597959"/>
                </a:cubicBezTo>
                <a:cubicBezTo>
                  <a:pt x="2280113" y="589085"/>
                  <a:pt x="2361671" y="572416"/>
                  <a:pt x="2443042" y="555184"/>
                </a:cubicBezTo>
                <a:cubicBezTo>
                  <a:pt x="2520562" y="538751"/>
                  <a:pt x="2596909" y="518326"/>
                  <a:pt x="2673537" y="498652"/>
                </a:cubicBezTo>
                <a:cubicBezTo>
                  <a:pt x="2730163" y="484097"/>
                  <a:pt x="2786461" y="468039"/>
                  <a:pt x="2842335" y="450854"/>
                </a:cubicBezTo>
                <a:cubicBezTo>
                  <a:pt x="2944882" y="419348"/>
                  <a:pt x="3047100" y="386762"/>
                  <a:pt x="3149318" y="354082"/>
                </a:cubicBezTo>
                <a:cubicBezTo>
                  <a:pt x="3163873" y="349434"/>
                  <a:pt x="3180401" y="333939"/>
                  <a:pt x="3192233" y="342766"/>
                </a:cubicBezTo>
                <a:cubicBezTo>
                  <a:pt x="3205709" y="352814"/>
                  <a:pt x="3191294" y="371549"/>
                  <a:pt x="3189228" y="386339"/>
                </a:cubicBezTo>
                <a:cubicBezTo>
                  <a:pt x="3178852" y="461089"/>
                  <a:pt x="3188994" y="533351"/>
                  <a:pt x="3218340" y="602044"/>
                </a:cubicBezTo>
                <a:cubicBezTo>
                  <a:pt x="3243648" y="661299"/>
                  <a:pt x="3292479" y="694449"/>
                  <a:pt x="3353754" y="711117"/>
                </a:cubicBezTo>
                <a:cubicBezTo>
                  <a:pt x="3410943" y="726659"/>
                  <a:pt x="3470856" y="730321"/>
                  <a:pt x="3526684" y="751732"/>
                </a:cubicBezTo>
                <a:cubicBezTo>
                  <a:pt x="3539878" y="756803"/>
                  <a:pt x="3552837" y="761921"/>
                  <a:pt x="3564904" y="769293"/>
                </a:cubicBezTo>
                <a:cubicBezTo>
                  <a:pt x="3574342" y="775068"/>
                  <a:pt x="3581056" y="772345"/>
                  <a:pt x="3579225" y="761029"/>
                </a:cubicBezTo>
                <a:cubicBezTo>
                  <a:pt x="3566313" y="680973"/>
                  <a:pt x="3558519" y="599227"/>
                  <a:pt x="3499310" y="535229"/>
                </a:cubicBezTo>
                <a:cubicBezTo>
                  <a:pt x="3464471" y="497572"/>
                  <a:pt x="3422494" y="474941"/>
                  <a:pt x="3372253" y="465926"/>
                </a:cubicBezTo>
                <a:cubicBezTo>
                  <a:pt x="3337743" y="459728"/>
                  <a:pt x="3303326" y="452591"/>
                  <a:pt x="3270458" y="439679"/>
                </a:cubicBezTo>
                <a:cubicBezTo>
                  <a:pt x="3261960" y="436345"/>
                  <a:pt x="3252193" y="428973"/>
                  <a:pt x="3244305" y="436580"/>
                </a:cubicBezTo>
                <a:cubicBezTo>
                  <a:pt x="3235759" y="444843"/>
                  <a:pt x="3238295" y="457286"/>
                  <a:pt x="3242052" y="467569"/>
                </a:cubicBezTo>
                <a:cubicBezTo>
                  <a:pt x="3257969" y="511048"/>
                  <a:pt x="3287315" y="543399"/>
                  <a:pt x="3326145" y="568003"/>
                </a:cubicBezTo>
                <a:cubicBezTo>
                  <a:pt x="3336804" y="574764"/>
                  <a:pt x="3350608" y="577393"/>
                  <a:pt x="3359811" y="590775"/>
                </a:cubicBezTo>
                <a:cubicBezTo>
                  <a:pt x="3226228" y="554527"/>
                  <a:pt x="3185707" y="456441"/>
                  <a:pt x="3215476" y="339010"/>
                </a:cubicBezTo>
                <a:cubicBezTo>
                  <a:pt x="3218715" y="326192"/>
                  <a:pt x="3229139" y="324783"/>
                  <a:pt x="3238248" y="321731"/>
                </a:cubicBezTo>
                <a:cubicBezTo>
                  <a:pt x="3321732" y="293747"/>
                  <a:pt x="3405121" y="265340"/>
                  <a:pt x="3489027" y="238717"/>
                </a:cubicBezTo>
                <a:cubicBezTo>
                  <a:pt x="3619464" y="197351"/>
                  <a:pt x="3749995" y="155985"/>
                  <a:pt x="3882310" y="121005"/>
                </a:cubicBezTo>
                <a:cubicBezTo>
                  <a:pt x="3968094" y="98373"/>
                  <a:pt x="4054630" y="78371"/>
                  <a:pt x="4141588" y="60763"/>
                </a:cubicBezTo>
                <a:cubicBezTo>
                  <a:pt x="4168023" y="55410"/>
                  <a:pt x="4196899" y="54049"/>
                  <a:pt x="4223287" y="49870"/>
                </a:cubicBezTo>
                <a:cubicBezTo>
                  <a:pt x="4255639" y="44752"/>
                  <a:pt x="4288412" y="35737"/>
                  <a:pt x="4321373" y="32028"/>
                </a:cubicBezTo>
                <a:cubicBezTo>
                  <a:pt x="4382507" y="25125"/>
                  <a:pt x="4443876" y="19115"/>
                  <a:pt x="4505338" y="15829"/>
                </a:cubicBezTo>
                <a:cubicBezTo>
                  <a:pt x="4616336" y="9865"/>
                  <a:pt x="4727287" y="13950"/>
                  <a:pt x="4837816" y="26017"/>
                </a:cubicBezTo>
                <a:cubicBezTo>
                  <a:pt x="4887446" y="31464"/>
                  <a:pt x="4937076" y="37991"/>
                  <a:pt x="4986236" y="46442"/>
                </a:cubicBezTo>
                <a:cubicBezTo>
                  <a:pt x="5090004" y="64285"/>
                  <a:pt x="5193348" y="85038"/>
                  <a:pt x="5294862" y="112835"/>
                </a:cubicBezTo>
                <a:cubicBezTo>
                  <a:pt x="5355479" y="129409"/>
                  <a:pt x="5416331" y="145373"/>
                  <a:pt x="5476479" y="163826"/>
                </a:cubicBezTo>
                <a:cubicBezTo>
                  <a:pt x="5515263" y="175706"/>
                  <a:pt x="5554187" y="187115"/>
                  <a:pt x="5592783" y="199652"/>
                </a:cubicBezTo>
                <a:cubicBezTo>
                  <a:pt x="5685610" y="229796"/>
                  <a:pt x="5778203" y="260504"/>
                  <a:pt x="5870936" y="290883"/>
                </a:cubicBezTo>
                <a:cubicBezTo>
                  <a:pt x="5986160" y="328633"/>
                  <a:pt x="6101009" y="367417"/>
                  <a:pt x="6216702" y="403759"/>
                </a:cubicBezTo>
                <a:cubicBezTo>
                  <a:pt x="6352069" y="446299"/>
                  <a:pt x="6488470" y="486116"/>
                  <a:pt x="6627358" y="515133"/>
                </a:cubicBezTo>
                <a:cubicBezTo>
                  <a:pt x="6723425" y="535182"/>
                  <a:pt x="6819962" y="553494"/>
                  <a:pt x="6918048" y="564012"/>
                </a:cubicBezTo>
                <a:cubicBezTo>
                  <a:pt x="6998949" y="572698"/>
                  <a:pt x="7079850" y="580586"/>
                  <a:pt x="7160939" y="584859"/>
                </a:cubicBezTo>
                <a:cubicBezTo>
                  <a:pt x="7285554" y="591480"/>
                  <a:pt x="7410262" y="591902"/>
                  <a:pt x="7535158" y="586784"/>
                </a:cubicBezTo>
                <a:cubicBezTo>
                  <a:pt x="7661510" y="581619"/>
                  <a:pt x="7787064" y="570116"/>
                  <a:pt x="7912806" y="558189"/>
                </a:cubicBezTo>
                <a:cubicBezTo>
                  <a:pt x="8036106" y="546498"/>
                  <a:pt x="8158139" y="526871"/>
                  <a:pt x="8280078" y="506822"/>
                </a:cubicBezTo>
                <a:cubicBezTo>
                  <a:pt x="8284585" y="512081"/>
                  <a:pt x="8280452" y="516213"/>
                  <a:pt x="8278528" y="519875"/>
                </a:cubicBezTo>
                <a:cubicBezTo>
                  <a:pt x="8217066" y="637118"/>
                  <a:pt x="8189739" y="762719"/>
                  <a:pt x="8188518" y="894189"/>
                </a:cubicBezTo>
                <a:cubicBezTo>
                  <a:pt x="8187109" y="1045098"/>
                  <a:pt x="8255426" y="1154594"/>
                  <a:pt x="8387742" y="1226668"/>
                </a:cubicBezTo>
                <a:cubicBezTo>
                  <a:pt x="8455026" y="1263338"/>
                  <a:pt x="8525691" y="1293107"/>
                  <a:pt x="8592741" y="1330059"/>
                </a:cubicBezTo>
                <a:cubicBezTo>
                  <a:pt x="8632464" y="1351940"/>
                  <a:pt x="8670261" y="1376966"/>
                  <a:pt x="8703223" y="1408566"/>
                </a:cubicBezTo>
                <a:cubicBezTo>
                  <a:pt x="8707167" y="1412322"/>
                  <a:pt x="8711346" y="1415844"/>
                  <a:pt x="8715431" y="1419459"/>
                </a:cubicBezTo>
                <a:cubicBezTo>
                  <a:pt x="8721300" y="1424624"/>
                  <a:pt x="8727075" y="1431057"/>
                  <a:pt x="8735856" y="1428145"/>
                </a:cubicBezTo>
                <a:cubicBezTo>
                  <a:pt x="8745715" y="1424859"/>
                  <a:pt x="8743274" y="1415374"/>
                  <a:pt x="8743838" y="1408049"/>
                </a:cubicBezTo>
                <a:cubicBezTo>
                  <a:pt x="8749331" y="1336304"/>
                  <a:pt x="8759802" y="1264418"/>
                  <a:pt x="8758722" y="1192767"/>
                </a:cubicBezTo>
                <a:cubicBezTo>
                  <a:pt x="8756703" y="1060170"/>
                  <a:pt x="8714491" y="943491"/>
                  <a:pt x="8606123" y="857378"/>
                </a:cubicBezTo>
                <a:cubicBezTo>
                  <a:pt x="8555883" y="817467"/>
                  <a:pt x="8496251" y="795117"/>
                  <a:pt x="8441503" y="763752"/>
                </a:cubicBezTo>
                <a:cubicBezTo>
                  <a:pt x="8406851" y="743938"/>
                  <a:pt x="8371684" y="725344"/>
                  <a:pt x="8340836" y="699661"/>
                </a:cubicBezTo>
                <a:cubicBezTo>
                  <a:pt x="8333792" y="693792"/>
                  <a:pt x="8326938" y="685246"/>
                  <a:pt x="8316326" y="689800"/>
                </a:cubicBezTo>
                <a:cubicBezTo>
                  <a:pt x="8305198" y="694590"/>
                  <a:pt x="8301582" y="704591"/>
                  <a:pt x="8300174" y="716376"/>
                </a:cubicBezTo>
                <a:cubicBezTo>
                  <a:pt x="8291535" y="787793"/>
                  <a:pt x="8315810" y="849912"/>
                  <a:pt x="8352762" y="908886"/>
                </a:cubicBezTo>
                <a:cubicBezTo>
                  <a:pt x="8373422" y="941847"/>
                  <a:pt x="8403894" y="965512"/>
                  <a:pt x="8429813" y="993496"/>
                </a:cubicBezTo>
                <a:cubicBezTo>
                  <a:pt x="8434649" y="998708"/>
                  <a:pt x="8442537" y="1002981"/>
                  <a:pt x="8440612" y="1012606"/>
                </a:cubicBezTo>
                <a:cubicBezTo>
                  <a:pt x="8325717" y="945322"/>
                  <a:pt x="8251671" y="848175"/>
                  <a:pt x="8253596" y="716048"/>
                </a:cubicBezTo>
                <a:cubicBezTo>
                  <a:pt x="8254676" y="639325"/>
                  <a:pt x="8280266" y="571243"/>
                  <a:pt x="8317124" y="505930"/>
                </a:cubicBezTo>
                <a:cubicBezTo>
                  <a:pt x="8320177" y="500531"/>
                  <a:pt x="8324920" y="499263"/>
                  <a:pt x="8330554" y="498183"/>
                </a:cubicBezTo>
                <a:cubicBezTo>
                  <a:pt x="8413285" y="482266"/>
                  <a:pt x="8496111" y="466959"/>
                  <a:pt x="8578609" y="449821"/>
                </a:cubicBezTo>
                <a:cubicBezTo>
                  <a:pt x="8664909" y="431884"/>
                  <a:pt x="8750835" y="411976"/>
                  <a:pt x="8836994" y="393382"/>
                </a:cubicBezTo>
                <a:cubicBezTo>
                  <a:pt x="8892447" y="381409"/>
                  <a:pt x="8948040" y="370234"/>
                  <a:pt x="9003539" y="358496"/>
                </a:cubicBezTo>
                <a:cubicBezTo>
                  <a:pt x="9012084" y="356665"/>
                  <a:pt x="9020442" y="355350"/>
                  <a:pt x="9028893" y="358355"/>
                </a:cubicBezTo>
                <a:lnTo>
                  <a:pt x="9030302" y="33962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Freeform 14">
            <a:extLst>
              <a:ext uri="{0DB40F3E-1464-481B-BE21-F74F38745712}">
                <a16:creationId xmlns:a16="http://schemas.microsoft.com/office/drawing/2010/main" id="{35AB3106-B12E-4E79-836E-FE49C77FE68B}"/>
              </a:ext>
            </a:extLst>
          </p:cNvPr>
          <p:cNvSpPr>
            <a:spLocks noChangeAspect="true"/>
          </p:cNvSpPr>
          <p:nvPr/>
        </p:nvSpPr>
        <p:spPr>
          <a:xfrm rot="0">
            <a:off x="-25717" y="3552415"/>
            <a:ext cx="9195442" cy="1428821"/>
          </a:xfrm>
          <a:custGeom>
            <a:avLst/>
            <a:gdLst/>
            <a:ahLst/>
            <a:cxnLst/>
            <a:rect b="b" l="0" r="r" t="0"/>
            <a:pathLst>
              <a:path h="1428821" w="9195442">
                <a:moveTo>
                  <a:pt x="0" y="1111033"/>
                </a:moveTo>
                <a:cubicBezTo>
                  <a:pt x="95234" y="1090332"/>
                  <a:pt x="190468" y="1069440"/>
                  <a:pt x="285750" y="1048930"/>
                </a:cubicBezTo>
                <a:cubicBezTo>
                  <a:pt x="346036" y="1035974"/>
                  <a:pt x="407087" y="1025839"/>
                  <a:pt x="466704" y="1010349"/>
                </a:cubicBezTo>
                <a:cubicBezTo>
                  <a:pt x="513509" y="998158"/>
                  <a:pt x="560886" y="989027"/>
                  <a:pt x="608217" y="980230"/>
                </a:cubicBezTo>
                <a:cubicBezTo>
                  <a:pt x="710000" y="961202"/>
                  <a:pt x="811450" y="940454"/>
                  <a:pt x="914237" y="926207"/>
                </a:cubicBezTo>
                <a:cubicBezTo>
                  <a:pt x="972994" y="918079"/>
                  <a:pt x="1031750" y="907609"/>
                  <a:pt x="1090650" y="900677"/>
                </a:cubicBezTo>
                <a:cubicBezTo>
                  <a:pt x="1155908" y="893028"/>
                  <a:pt x="1221166" y="884661"/>
                  <a:pt x="1286951" y="880215"/>
                </a:cubicBezTo>
                <a:cubicBezTo>
                  <a:pt x="1345133" y="876295"/>
                  <a:pt x="1403172" y="868167"/>
                  <a:pt x="1461499" y="865299"/>
                </a:cubicBezTo>
                <a:cubicBezTo>
                  <a:pt x="1526470" y="862096"/>
                  <a:pt x="1591585" y="861570"/>
                  <a:pt x="1656556" y="858940"/>
                </a:cubicBezTo>
                <a:cubicBezTo>
                  <a:pt x="1703456" y="857076"/>
                  <a:pt x="1750213" y="856885"/>
                  <a:pt x="1797112" y="859180"/>
                </a:cubicBezTo>
                <a:cubicBezTo>
                  <a:pt x="1864618" y="862478"/>
                  <a:pt x="1932410" y="860422"/>
                  <a:pt x="1999628" y="868502"/>
                </a:cubicBezTo>
                <a:cubicBezTo>
                  <a:pt x="2106050" y="881267"/>
                  <a:pt x="2212997" y="887673"/>
                  <a:pt x="2318940" y="907227"/>
                </a:cubicBezTo>
                <a:cubicBezTo>
                  <a:pt x="2430668" y="927832"/>
                  <a:pt x="2541678" y="950828"/>
                  <a:pt x="2651112" y="980756"/>
                </a:cubicBezTo>
                <a:cubicBezTo>
                  <a:pt x="2723589" y="1000596"/>
                  <a:pt x="2795731" y="1022110"/>
                  <a:pt x="2867635" y="1044341"/>
                </a:cubicBezTo>
                <a:cubicBezTo>
                  <a:pt x="2938009" y="1066142"/>
                  <a:pt x="3008287" y="1088277"/>
                  <a:pt x="3078661" y="1110173"/>
                </a:cubicBezTo>
                <a:cubicBezTo>
                  <a:pt x="3145258" y="1130922"/>
                  <a:pt x="3211137" y="1154061"/>
                  <a:pt x="3277591" y="1175336"/>
                </a:cubicBezTo>
                <a:cubicBezTo>
                  <a:pt x="3334961" y="1193694"/>
                  <a:pt x="3393191" y="1209375"/>
                  <a:pt x="3450083" y="1229072"/>
                </a:cubicBezTo>
                <a:cubicBezTo>
                  <a:pt x="3517636" y="1252450"/>
                  <a:pt x="3586050" y="1273103"/>
                  <a:pt x="3654894" y="1291653"/>
                </a:cubicBezTo>
                <a:cubicBezTo>
                  <a:pt x="3736742" y="1313693"/>
                  <a:pt x="3818972" y="1334824"/>
                  <a:pt x="3901537" y="1354473"/>
                </a:cubicBezTo>
                <a:cubicBezTo>
                  <a:pt x="4001169" y="1378186"/>
                  <a:pt x="4102045" y="1392481"/>
                  <a:pt x="4202920" y="1408305"/>
                </a:cubicBezTo>
                <a:cubicBezTo>
                  <a:pt x="4291079" y="1422170"/>
                  <a:pt x="4379907" y="1429532"/>
                  <a:pt x="4468543" y="1428767"/>
                </a:cubicBezTo>
                <a:cubicBezTo>
                  <a:pt x="4569036" y="1427859"/>
                  <a:pt x="4669672" y="1424704"/>
                  <a:pt x="4769974" y="1411078"/>
                </a:cubicBezTo>
                <a:cubicBezTo>
                  <a:pt x="4842308" y="1401230"/>
                  <a:pt x="4914211" y="1389373"/>
                  <a:pt x="4985685" y="1375748"/>
                </a:cubicBezTo>
                <a:cubicBezTo>
                  <a:pt x="5086847" y="1356481"/>
                  <a:pt x="5186527" y="1330234"/>
                  <a:pt x="5285825" y="1302601"/>
                </a:cubicBezTo>
                <a:cubicBezTo>
                  <a:pt x="5438668" y="1260100"/>
                  <a:pt x="5588978" y="1209853"/>
                  <a:pt x="5739191" y="1159176"/>
                </a:cubicBezTo>
                <a:cubicBezTo>
                  <a:pt x="5854792" y="1120165"/>
                  <a:pt x="5969579" y="1078763"/>
                  <a:pt x="6085753" y="1041568"/>
                </a:cubicBezTo>
                <a:cubicBezTo>
                  <a:pt x="6222532" y="997776"/>
                  <a:pt x="6358690" y="952119"/>
                  <a:pt x="6497812" y="915498"/>
                </a:cubicBezTo>
                <a:cubicBezTo>
                  <a:pt x="6588314" y="891689"/>
                  <a:pt x="6678719" y="867355"/>
                  <a:pt x="6770607" y="850000"/>
                </a:cubicBezTo>
                <a:cubicBezTo>
                  <a:pt x="6826590" y="839435"/>
                  <a:pt x="6882765" y="829395"/>
                  <a:pt x="6939418" y="821698"/>
                </a:cubicBezTo>
                <a:cubicBezTo>
                  <a:pt x="7023608" y="810224"/>
                  <a:pt x="7107942" y="802431"/>
                  <a:pt x="7192562" y="796407"/>
                </a:cubicBezTo>
                <a:cubicBezTo>
                  <a:pt x="7229710" y="793730"/>
                  <a:pt x="7267287" y="791770"/>
                  <a:pt x="7304243" y="792535"/>
                </a:cubicBezTo>
                <a:cubicBezTo>
                  <a:pt x="7409134" y="794686"/>
                  <a:pt x="7514503" y="790718"/>
                  <a:pt x="7618822" y="803961"/>
                </a:cubicBezTo>
                <a:cubicBezTo>
                  <a:pt x="7714056" y="816009"/>
                  <a:pt x="7809672" y="824806"/>
                  <a:pt x="7904715" y="839722"/>
                </a:cubicBezTo>
                <a:cubicBezTo>
                  <a:pt x="7987854" y="852773"/>
                  <a:pt x="8069749" y="871897"/>
                  <a:pt x="8152984" y="884231"/>
                </a:cubicBezTo>
                <a:cubicBezTo>
                  <a:pt x="8206816" y="892215"/>
                  <a:pt x="8259405" y="908757"/>
                  <a:pt x="8312520" y="921713"/>
                </a:cubicBezTo>
                <a:cubicBezTo>
                  <a:pt x="8432901" y="951115"/>
                  <a:pt x="8551752" y="986063"/>
                  <a:pt x="8669838" y="1023497"/>
                </a:cubicBezTo>
                <a:cubicBezTo>
                  <a:pt x="8752164" y="1049600"/>
                  <a:pt x="8834155" y="1076612"/>
                  <a:pt x="8916290" y="1103193"/>
                </a:cubicBezTo>
                <a:cubicBezTo>
                  <a:pt x="8997086" y="1129392"/>
                  <a:pt x="9077882" y="1155495"/>
                  <a:pt x="9158582" y="1181837"/>
                </a:cubicBezTo>
                <a:cubicBezTo>
                  <a:pt x="9170631" y="1185758"/>
                  <a:pt x="9182295" y="1190778"/>
                  <a:pt x="9194151" y="1195272"/>
                </a:cubicBezTo>
                <a:lnTo>
                  <a:pt x="9195442" y="1176196"/>
                </a:lnTo>
                <a:cubicBezTo>
                  <a:pt x="9157005" y="1172037"/>
                  <a:pt x="9122774" y="1153870"/>
                  <a:pt x="9086535" y="1142539"/>
                </a:cubicBezTo>
                <a:cubicBezTo>
                  <a:pt x="8969213" y="1105822"/>
                  <a:pt x="8852466" y="1067193"/>
                  <a:pt x="8735431" y="1029377"/>
                </a:cubicBezTo>
                <a:cubicBezTo>
                  <a:pt x="8723384" y="1025505"/>
                  <a:pt x="8710954" y="1022732"/>
                  <a:pt x="8699049" y="1018477"/>
                </a:cubicBezTo>
                <a:cubicBezTo>
                  <a:pt x="8687671" y="1014461"/>
                  <a:pt x="8684467" y="1009393"/>
                  <a:pt x="8694890" y="998445"/>
                </a:cubicBezTo>
                <a:cubicBezTo>
                  <a:pt x="8713296" y="979083"/>
                  <a:pt x="8730221" y="958238"/>
                  <a:pt x="8746715" y="937155"/>
                </a:cubicBezTo>
                <a:cubicBezTo>
                  <a:pt x="8781997" y="891976"/>
                  <a:pt x="8779989" y="803770"/>
                  <a:pt x="8743989" y="758209"/>
                </a:cubicBezTo>
                <a:cubicBezTo>
                  <a:pt x="8715448" y="722113"/>
                  <a:pt x="8679448" y="691899"/>
                  <a:pt x="8658508" y="649732"/>
                </a:cubicBezTo>
                <a:cubicBezTo>
                  <a:pt x="8654971" y="642608"/>
                  <a:pt x="8648851" y="637493"/>
                  <a:pt x="8642541" y="647532"/>
                </a:cubicBezTo>
                <a:cubicBezTo>
                  <a:pt x="8609409" y="700313"/>
                  <a:pt x="8582446" y="754479"/>
                  <a:pt x="8599465" y="820120"/>
                </a:cubicBezTo>
                <a:cubicBezTo>
                  <a:pt x="8610126" y="861283"/>
                  <a:pt x="8642445" y="888151"/>
                  <a:pt x="8664867" y="921474"/>
                </a:cubicBezTo>
                <a:cubicBezTo>
                  <a:pt x="8671321" y="931035"/>
                  <a:pt x="8676006" y="950876"/>
                  <a:pt x="8692165" y="946143"/>
                </a:cubicBezTo>
                <a:cubicBezTo>
                  <a:pt x="8706460" y="941936"/>
                  <a:pt x="8703353" y="923338"/>
                  <a:pt x="8707655" y="910860"/>
                </a:cubicBezTo>
                <a:cubicBezTo>
                  <a:pt x="8714970" y="889490"/>
                  <a:pt x="8703687" y="869410"/>
                  <a:pt x="8702970" y="846223"/>
                </a:cubicBezTo>
                <a:cubicBezTo>
                  <a:pt x="8737823" y="892837"/>
                  <a:pt x="8718747" y="979800"/>
                  <a:pt x="8671082" y="1003082"/>
                </a:cubicBezTo>
                <a:cubicBezTo>
                  <a:pt x="8663815" y="1006620"/>
                  <a:pt x="8657504" y="1004851"/>
                  <a:pt x="8650476" y="1002604"/>
                </a:cubicBezTo>
                <a:cubicBezTo>
                  <a:pt x="8511880" y="958860"/>
                  <a:pt x="8371850" y="920039"/>
                  <a:pt x="8230242" y="887578"/>
                </a:cubicBezTo>
                <a:cubicBezTo>
                  <a:pt x="8132044" y="865108"/>
                  <a:pt x="8032889" y="846941"/>
                  <a:pt x="7933448" y="830112"/>
                </a:cubicBezTo>
                <a:cubicBezTo>
                  <a:pt x="7780988" y="804248"/>
                  <a:pt x="7627572" y="789045"/>
                  <a:pt x="7473390" y="781634"/>
                </a:cubicBezTo>
                <a:cubicBezTo>
                  <a:pt x="7394936" y="777858"/>
                  <a:pt x="7316244" y="781587"/>
                  <a:pt x="7237694" y="781921"/>
                </a:cubicBezTo>
                <a:cubicBezTo>
                  <a:pt x="7142795" y="782399"/>
                  <a:pt x="7049043" y="793730"/>
                  <a:pt x="6955386" y="804391"/>
                </a:cubicBezTo>
                <a:cubicBezTo>
                  <a:pt x="6871531" y="813953"/>
                  <a:pt x="6788631" y="831451"/>
                  <a:pt x="6705875" y="849522"/>
                </a:cubicBezTo>
                <a:cubicBezTo>
                  <a:pt x="6627040" y="866733"/>
                  <a:pt x="6549447" y="888056"/>
                  <a:pt x="6471567" y="908565"/>
                </a:cubicBezTo>
                <a:cubicBezTo>
                  <a:pt x="6414006" y="923721"/>
                  <a:pt x="6356828" y="940454"/>
                  <a:pt x="6299983" y="958286"/>
                </a:cubicBezTo>
                <a:cubicBezTo>
                  <a:pt x="6195761" y="990987"/>
                  <a:pt x="6091874" y="1024835"/>
                  <a:pt x="5988034" y="1058779"/>
                </a:cubicBezTo>
                <a:cubicBezTo>
                  <a:pt x="5973262" y="1063608"/>
                  <a:pt x="5956528" y="1079480"/>
                  <a:pt x="5944434" y="1070588"/>
                </a:cubicBezTo>
                <a:cubicBezTo>
                  <a:pt x="5930664" y="1060452"/>
                  <a:pt x="5945198" y="1041281"/>
                  <a:pt x="5947206" y="1026222"/>
                </a:cubicBezTo>
                <a:cubicBezTo>
                  <a:pt x="5957294" y="950015"/>
                  <a:pt x="5946537" y="876534"/>
                  <a:pt x="5916178" y="806734"/>
                </a:cubicBezTo>
                <a:cubicBezTo>
                  <a:pt x="5890028" y="746543"/>
                  <a:pt x="5840068" y="713125"/>
                  <a:pt x="5777582" y="696536"/>
                </a:cubicBezTo>
                <a:cubicBezTo>
                  <a:pt x="5719256" y="681046"/>
                  <a:pt x="5658253" y="677699"/>
                  <a:pt x="5601218" y="656329"/>
                </a:cubicBezTo>
                <a:cubicBezTo>
                  <a:pt x="5587736" y="651261"/>
                  <a:pt x="5574541" y="646146"/>
                  <a:pt x="5562158" y="638688"/>
                </a:cubicBezTo>
                <a:cubicBezTo>
                  <a:pt x="5552501" y="632855"/>
                  <a:pt x="5545712" y="635676"/>
                  <a:pt x="5547624" y="647198"/>
                </a:cubicBezTo>
                <a:cubicBezTo>
                  <a:pt x="5561298" y="728615"/>
                  <a:pt x="5569759" y="811802"/>
                  <a:pt x="5630428" y="876629"/>
                </a:cubicBezTo>
                <a:cubicBezTo>
                  <a:pt x="5666140" y="914780"/>
                  <a:pt x="5709024" y="937537"/>
                  <a:pt x="5760227" y="946382"/>
                </a:cubicBezTo>
                <a:cubicBezTo>
                  <a:pt x="5795414" y="952453"/>
                  <a:pt x="5830506" y="959529"/>
                  <a:pt x="5864019" y="972485"/>
                </a:cubicBezTo>
                <a:cubicBezTo>
                  <a:pt x="5872720" y="975832"/>
                  <a:pt x="5882664" y="983242"/>
                  <a:pt x="5890648" y="975449"/>
                </a:cubicBezTo>
                <a:cubicBezTo>
                  <a:pt x="5899301" y="966939"/>
                  <a:pt x="5896624" y="954318"/>
                  <a:pt x="5892751" y="943896"/>
                </a:cubicBezTo>
                <a:cubicBezTo>
                  <a:pt x="5876258" y="899721"/>
                  <a:pt x="5846186" y="866972"/>
                  <a:pt x="5806504" y="842207"/>
                </a:cubicBezTo>
                <a:cubicBezTo>
                  <a:pt x="5795604" y="835419"/>
                  <a:pt x="5781549" y="832789"/>
                  <a:pt x="5772083" y="819259"/>
                </a:cubicBezTo>
                <a:cubicBezTo>
                  <a:pt x="5908288" y="855307"/>
                  <a:pt x="5950217" y="954939"/>
                  <a:pt x="5920623" y="1074699"/>
                </a:cubicBezTo>
                <a:cubicBezTo>
                  <a:pt x="5917372" y="1087799"/>
                  <a:pt x="5906806" y="1089281"/>
                  <a:pt x="5897532" y="1092436"/>
                </a:cubicBezTo>
                <a:cubicBezTo>
                  <a:pt x="5812672" y="1121456"/>
                  <a:pt x="5728004" y="1150905"/>
                  <a:pt x="5642714" y="1178539"/>
                </a:cubicBezTo>
                <a:cubicBezTo>
                  <a:pt x="5510141" y="1221470"/>
                  <a:pt x="5377522" y="1264450"/>
                  <a:pt x="5243037" y="1300880"/>
                </a:cubicBezTo>
                <a:cubicBezTo>
                  <a:pt x="5155834" y="1324497"/>
                  <a:pt x="5067819" y="1345389"/>
                  <a:pt x="4979422" y="1363843"/>
                </a:cubicBezTo>
                <a:cubicBezTo>
                  <a:pt x="4952554" y="1369437"/>
                  <a:pt x="4923152" y="1371015"/>
                  <a:pt x="4896283" y="1375461"/>
                </a:cubicBezTo>
                <a:cubicBezTo>
                  <a:pt x="4863391" y="1380911"/>
                  <a:pt x="4830069" y="1390281"/>
                  <a:pt x="4796508" y="1394297"/>
                </a:cubicBezTo>
                <a:cubicBezTo>
                  <a:pt x="4734261" y="1401708"/>
                  <a:pt x="4671871" y="1408210"/>
                  <a:pt x="4609290" y="1411939"/>
                </a:cubicBezTo>
                <a:cubicBezTo>
                  <a:pt x="4496272" y="1418727"/>
                  <a:pt x="4383301" y="1415237"/>
                  <a:pt x="4270712" y="1403668"/>
                </a:cubicBezTo>
                <a:cubicBezTo>
                  <a:pt x="4220131" y="1398457"/>
                  <a:pt x="4169598" y="1392146"/>
                  <a:pt x="4119447" y="1383827"/>
                </a:cubicBezTo>
                <a:cubicBezTo>
                  <a:pt x="4013695" y="1366329"/>
                  <a:pt x="3908325" y="1345867"/>
                  <a:pt x="3804773" y="1318234"/>
                </a:cubicBezTo>
                <a:cubicBezTo>
                  <a:pt x="3742957" y="1301740"/>
                  <a:pt x="3680854" y="1285868"/>
                  <a:pt x="3619516" y="1267462"/>
                </a:cubicBezTo>
                <a:cubicBezTo>
                  <a:pt x="3579978" y="1255606"/>
                  <a:pt x="3540249" y="1244275"/>
                  <a:pt x="3500903" y="1231749"/>
                </a:cubicBezTo>
                <a:cubicBezTo>
                  <a:pt x="3406195" y="1201678"/>
                  <a:pt x="3311726" y="1170985"/>
                  <a:pt x="3217114" y="1140627"/>
                </a:cubicBezTo>
                <a:cubicBezTo>
                  <a:pt x="3099553" y="1102906"/>
                  <a:pt x="2982327" y="1064181"/>
                  <a:pt x="2864384" y="1027895"/>
                </a:cubicBezTo>
                <a:cubicBezTo>
                  <a:pt x="2726266" y="985441"/>
                  <a:pt x="2587144" y="945760"/>
                  <a:pt x="2445536" y="917123"/>
                </a:cubicBezTo>
                <a:cubicBezTo>
                  <a:pt x="2347625" y="897330"/>
                  <a:pt x="2249188" y="879307"/>
                  <a:pt x="2149220" y="869219"/>
                </a:cubicBezTo>
                <a:cubicBezTo>
                  <a:pt x="2066799" y="860900"/>
                  <a:pt x="1984378" y="853395"/>
                  <a:pt x="1901813" y="849522"/>
                </a:cubicBezTo>
                <a:cubicBezTo>
                  <a:pt x="1774882" y="843594"/>
                  <a:pt x="1647951" y="843929"/>
                  <a:pt x="1520781" y="849952"/>
                </a:cubicBezTo>
                <a:cubicBezTo>
                  <a:pt x="1392177" y="856024"/>
                  <a:pt x="1264385" y="868550"/>
                  <a:pt x="1136403" y="881458"/>
                </a:cubicBezTo>
                <a:cubicBezTo>
                  <a:pt x="1010906" y="894127"/>
                  <a:pt x="886796" y="914876"/>
                  <a:pt x="762781" y="936103"/>
                </a:cubicBezTo>
                <a:cubicBezTo>
                  <a:pt x="758191" y="930796"/>
                  <a:pt x="762351" y="926541"/>
                  <a:pt x="764263" y="922765"/>
                </a:cubicBezTo>
                <a:cubicBezTo>
                  <a:pt x="826079" y="803005"/>
                  <a:pt x="853091" y="674926"/>
                  <a:pt x="853521" y="541063"/>
                </a:cubicBezTo>
                <a:cubicBezTo>
                  <a:pt x="853999" y="387408"/>
                  <a:pt x="783769" y="276349"/>
                  <a:pt x="648567" y="203776"/>
                </a:cubicBezTo>
                <a:cubicBezTo>
                  <a:pt x="579819" y="166868"/>
                  <a:pt x="507676" y="136988"/>
                  <a:pt x="439215" y="99793"/>
                </a:cubicBezTo>
                <a:cubicBezTo>
                  <a:pt x="398673" y="77753"/>
                  <a:pt x="359996" y="52511"/>
                  <a:pt x="326244" y="20527"/>
                </a:cubicBezTo>
                <a:cubicBezTo>
                  <a:pt x="322228" y="16702"/>
                  <a:pt x="317925" y="13165"/>
                  <a:pt x="313718" y="9483"/>
                </a:cubicBezTo>
                <a:cubicBezTo>
                  <a:pt x="307694" y="4272"/>
                  <a:pt x="301766" y="-2278"/>
                  <a:pt x="292874" y="782"/>
                </a:cubicBezTo>
                <a:cubicBezTo>
                  <a:pt x="282882" y="4177"/>
                  <a:pt x="285368" y="13834"/>
                  <a:pt x="284842" y="21292"/>
                </a:cubicBezTo>
                <a:cubicBezTo>
                  <a:pt x="279726" y="94391"/>
                  <a:pt x="269543" y="167633"/>
                  <a:pt x="271073" y="240588"/>
                </a:cubicBezTo>
                <a:cubicBezTo>
                  <a:pt x="273942" y="375551"/>
                  <a:pt x="317686" y="494116"/>
                  <a:pt x="428553" y="581079"/>
                </a:cubicBezTo>
                <a:cubicBezTo>
                  <a:pt x="479947" y="621381"/>
                  <a:pt x="540807" y="643755"/>
                  <a:pt x="596743" y="675357"/>
                </a:cubicBezTo>
                <a:cubicBezTo>
                  <a:pt x="632121" y="695340"/>
                  <a:pt x="668121" y="713986"/>
                  <a:pt x="699674" y="739994"/>
                </a:cubicBezTo>
                <a:cubicBezTo>
                  <a:pt x="706893" y="745922"/>
                  <a:pt x="713921" y="754575"/>
                  <a:pt x="724678" y="749890"/>
                </a:cubicBezTo>
                <a:cubicBezTo>
                  <a:pt x="735961" y="744966"/>
                  <a:pt x="739594" y="734735"/>
                  <a:pt x="740980" y="722735"/>
                </a:cubicBezTo>
                <a:cubicBezTo>
                  <a:pt x="749299" y="649971"/>
                  <a:pt x="724200" y="586864"/>
                  <a:pt x="686192" y="527103"/>
                </a:cubicBezTo>
                <a:cubicBezTo>
                  <a:pt x="664965" y="493685"/>
                  <a:pt x="633794" y="469781"/>
                  <a:pt x="607213" y="441479"/>
                </a:cubicBezTo>
                <a:cubicBezTo>
                  <a:pt x="602289" y="436220"/>
                  <a:pt x="594209" y="431917"/>
                  <a:pt x="596074" y="422069"/>
                </a:cubicBezTo>
                <a:cubicBezTo>
                  <a:pt x="713491" y="489813"/>
                  <a:pt x="789458" y="588298"/>
                  <a:pt x="788406" y="722830"/>
                </a:cubicBezTo>
                <a:cubicBezTo>
                  <a:pt x="787785" y="800949"/>
                  <a:pt x="762207" y="870462"/>
                  <a:pt x="725108" y="937155"/>
                </a:cubicBezTo>
                <a:cubicBezTo>
                  <a:pt x="722048" y="942701"/>
                  <a:pt x="717220" y="943991"/>
                  <a:pt x="711483" y="945139"/>
                </a:cubicBezTo>
                <a:cubicBezTo>
                  <a:pt x="627340" y="961872"/>
                  <a:pt x="543102" y="977983"/>
                  <a:pt x="459246" y="995959"/>
                </a:cubicBezTo>
                <a:cubicBezTo>
                  <a:pt x="371470" y="1014748"/>
                  <a:pt x="284125" y="1035544"/>
                  <a:pt x="196540" y="1055098"/>
                </a:cubicBezTo>
                <a:cubicBezTo>
                  <a:pt x="140174" y="1067671"/>
                  <a:pt x="83617" y="1079384"/>
                  <a:pt x="27155" y="1091671"/>
                </a:cubicBezTo>
                <a:cubicBezTo>
                  <a:pt x="18454" y="1093583"/>
                  <a:pt x="9992" y="1094970"/>
                  <a:pt x="1339" y="1092006"/>
                </a:cubicBezTo>
                <a:lnTo>
                  <a:pt x="48" y="111108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4" name="Title 1">
            <a:extLst>
              <a:ext uri="{58C47AFF-A841-4D1B-B243-C8B8B500BB30}">
                <a16:creationId xmlns:a16="http://schemas.microsoft.com/office/drawing/2010/main" id="{D53EBA53-18F3-489B-9A4F-28DAE71FFD59}"/>
              </a:ext>
            </a:extLst>
          </p:cNvPr>
          <p:cNvSpPr>
            <a:spLocks noGrp="true"/>
          </p:cNvSpPr>
          <p:nvPr>
            <p:ph type="title"/>
          </p:nvPr>
        </p:nvSpPr>
        <p:spPr>
          <a:xfrm rot="0">
            <a:off x="762000" y="762000"/>
            <a:ext cx="7620000" cy="571500"/>
          </a:xfrm>
        </p:spPr>
        <p:txBody>
          <a:bodyPr anchor="b" rtlCol="0"/>
          <a:lstStyle>
            <a:lvl1pPr lvl="0"/>
          </a:lstStyle>
          <a:p>
            <a:pPr/>
            <a:r>
              <a:rPr dirty="0" lang="en-US"/>
              <a:t>Click to edit Master title style</a:t>
            </a:r>
            <a:endParaRPr dirty="0" lang="en-US"/>
          </a:p>
        </p:txBody>
      </p:sp>
      <p:sp>
        <p:nvSpPr>
          <p:cNvPr id="5" name="Text Placeholder 3">
            <a:extLst>
              <a:ext uri="{74A6C4E8-7C49-48EE-B4CA-4F0ADBB180D6}">
                <a16:creationId xmlns:a16="http://schemas.microsoft.com/office/drawing/2010/main" id="{CDA79353-726A-43A3-A83C-AAADE6794FF2}"/>
              </a:ext>
            </a:extLst>
          </p:cNvPr>
          <p:cNvSpPr>
            <a:spLocks noGrp="true"/>
          </p:cNvSpPr>
          <p:nvPr>
            <p:ph idx="1" type="body"/>
          </p:nvPr>
        </p:nvSpPr>
        <p:spPr>
          <a:xfrm rot="0">
            <a:off x="762000" y="1524000"/>
            <a:ext cx="2857500" cy="2762250"/>
          </a:xfrm>
        </p:spPr>
        <p:txBody>
          <a:bodyPr anchor="t" bIns="45720" lIns="91440" rIns="91440" rtlCol="0" tIns="93600">
            <a:normAutofit/>
          </a:bodyPr>
          <a:lstStyle>
            <a:lvl1pPr indent="0" lvl="0" marL="0">
              <a:buNone/>
            </a:lvl1pPr>
          </a:lstStyle>
          <a:p>
            <a:pPr/>
            <a:r>
              <a:rPr dirty="0" lang="en-US"/>
              <a:t>Click to edit Master text styles</a:t>
            </a:r>
            <a:endParaRPr dirty="0" lang="en-US"/>
          </a:p>
        </p:txBody>
      </p:sp>
      <p:sp>
        <p:nvSpPr>
          <p:cNvPr id="6" name="Content Placeholder 2">
            <a:extLst>
              <a:ext uri="{D889FF7E-5C63-461B-A544-4996F8A39563}">
                <a16:creationId xmlns:a16="http://schemas.microsoft.com/office/drawing/2010/main" id="{272ABD6A-86E2-4D21-AC3B-E1A992CEE581}"/>
              </a:ext>
            </a:extLst>
          </p:cNvPr>
          <p:cNvSpPr>
            <a:spLocks noGrp="true"/>
          </p:cNvSpPr>
          <p:nvPr>
            <p:ph idx="2"/>
          </p:nvPr>
        </p:nvSpPr>
        <p:spPr>
          <a:xfrm rot="0">
            <a:off x="3714750" y="1524000"/>
            <a:ext cx="4667250" cy="27622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7" name="Slide Number Placeholder 3">
            <a:extLst>
              <a:ext uri="{CC2271E0-5D54-4C1B-8CB6-6E9980A29E19}">
                <a16:creationId xmlns:a16="http://schemas.microsoft.com/office/drawing/2010/main" id="{CF797D1F-F716-47CD-B882-56150948FEF1}"/>
              </a:ext>
            </a:extLst>
          </p:cNvPr>
          <p:cNvSpPr>
            <a:spLocks noGrp="true"/>
          </p:cNvSpPr>
          <p:nvPr>
            <p:ph idx="12" sz="quarter" type="sldNum"/>
          </p:nvPr>
        </p:nvSpPr>
        <p:spPr/>
        <p:txBody>
          <a:bodyPr rtlCol="0"/>
          <a:lstStyle/>
          <a:p>
            <a:pPr/>
            <a:r>
              <a:rPr dirty="0" lang="en-US"/>
              <a:t>&lt;#&gt;</a:t>
            </a:r>
            <a:endParaRPr dirty="0" lang="en-US"/>
          </a:p>
        </p:txBody>
      </p:sp>
      <p:sp>
        <p:nvSpPr>
          <p:cNvPr hidden="false" id="8" name="Footer Placeholder 2">
            <a:extLst>
              <a:ext uri="{9B7A142C-EB08-48A3-9736-B4F2591AD6C3}">
                <a16:creationId xmlns:a16="http://schemas.microsoft.com/office/drawing/2010/main" id="{F1F6BC90-F5CF-4125-A477-469BB35FB88D}"/>
              </a:ext>
            </a:extLst>
          </p:cNvPr>
          <p:cNvSpPr>
            <a:spLocks noGrp="true"/>
          </p:cNvSpPr>
          <p:nvPr>
            <p:ph idx="11" sz="quarter" type="ftr"/>
          </p:nvPr>
        </p:nvSpPr>
        <p:spPr/>
        <p:txBody>
          <a:bodyPr rtlCol="0"/>
          <a:lstStyle/>
          <a:p>
            <a:pPr/>
            <a:r>
              <a:rPr dirty="0" lang="en-US"/>
              <a:t>Footer</a:t>
            </a:r>
            <a:endParaRPr dirty="0" lang="en-US"/>
          </a:p>
        </p:txBody>
      </p:sp>
      <p:sp>
        <p:nvSpPr>
          <p:cNvPr hidden="false" id="9" name="Date Placeholder 1">
            <a:extLst>
              <a:ext uri="{F2A4324F-F73A-481E-92D5-17EC6CF7978D}">
                <a16:creationId xmlns:a16="http://schemas.microsoft.com/office/drawing/2010/main" id="{E2AD7766-C70A-4641-BDB5-DE5F1683A3AC}"/>
              </a:ext>
            </a:extLst>
          </p:cNvPr>
          <p:cNvSpPr>
            <a:spLocks noGrp="true"/>
          </p:cNvSpPr>
          <p:nvPr>
            <p:ph idx="10" sz="half" type="dt"/>
          </p:nvPr>
        </p:nvSpPr>
        <p:spPr/>
        <p:txBody>
          <a:bodyPr rtlCol="0"/>
          <a:lstStyle/>
          <a:p>
            <a:pPr/>
            <a:r>
              <a:rPr dirty="0" lang="en-US"/>
              <a:t>Date</a:t>
            </a:r>
            <a:endParaRPr dirty="0" lang="en-US"/>
          </a:p>
        </p:txBody>
      </p:sp>
      <p:sp>
        <p:nvSpPr>
          <p:cNvPr id="10" name="Freeform 11">
            <a:extLst>
              <a:ext uri="{0EFF3D83-2F56-4CF1-856D-4BF7F1C9836A}">
                <a16:creationId xmlns:a16="http://schemas.microsoft.com/office/drawing/2010/main" id="{8D4D83C8-94EE-41BB-A7A0-ED6B38084441}"/>
              </a:ext>
            </a:extLst>
          </p:cNvPr>
          <p:cNvSpPr/>
          <p:nvPr/>
        </p:nvSpPr>
        <p:spPr>
          <a:xfrm rot="240000">
            <a:off x="1457071" y="299670"/>
            <a:ext cx="513304" cy="50150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1" name="Freeform 12">
            <a:extLst>
              <a:ext uri="{DCA94333-CA2E-4A99-8091-3BC7508DA525}">
                <a16:creationId xmlns:a16="http://schemas.microsoft.com/office/drawing/2010/main" id="{82A68D84-7566-456D-80D8-4C826E478ED0}"/>
              </a:ext>
            </a:extLst>
          </p:cNvPr>
          <p:cNvSpPr/>
          <p:nvPr/>
        </p:nvSpPr>
        <p:spPr>
          <a:xfrm rot="240000">
            <a:off x="1353291" y="152205"/>
            <a:ext cx="402631" cy="28112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
        <p:nvSpPr>
          <p:cNvPr id="12" name="Freeform 15">
            <a:extLst>
              <a:ext uri="{0B4B75AC-4AB9-4E7E-8BEE-A6551D2FE543}">
                <a16:creationId xmlns:a16="http://schemas.microsoft.com/office/drawing/2010/main" id="{2C6D8546-0943-4E8A-BF49-B05F8EA095C1}"/>
              </a:ext>
            </a:extLst>
          </p:cNvPr>
          <p:cNvSpPr/>
          <p:nvPr/>
        </p:nvSpPr>
        <p:spPr>
          <a:xfrm rot="8940000">
            <a:off x="7319942" y="4469258"/>
            <a:ext cx="536530" cy="524193"/>
          </a:xfrm>
          <a:custGeom>
            <a:avLst/>
            <a:gdLst/>
            <a:ahLst/>
            <a:cxnLst/>
            <a:rect b="b" l="0" r="r" t="0"/>
            <a:pathLst>
              <a:path h="687991" w="704183">
                <a:moveTo>
                  <a:pt x="286226" y="294704"/>
                </a:moveTo>
                <a:cubicBezTo>
                  <a:pt x="192881" y="306515"/>
                  <a:pt x="117634" y="347758"/>
                  <a:pt x="72962" y="430816"/>
                </a:cubicBezTo>
                <a:cubicBezTo>
                  <a:pt x="30099" y="510540"/>
                  <a:pt x="14669" y="596646"/>
                  <a:pt x="35338" y="687991"/>
                </a:cubicBezTo>
                <a:cubicBezTo>
                  <a:pt x="8858" y="686467"/>
                  <a:pt x="8192" y="669512"/>
                  <a:pt x="7525" y="656939"/>
                </a:cubicBezTo>
                <a:cubicBezTo>
                  <a:pt x="0" y="519875"/>
                  <a:pt x="3143" y="385286"/>
                  <a:pt x="65723" y="257270"/>
                </a:cubicBezTo>
                <a:cubicBezTo>
                  <a:pt x="119063" y="148209"/>
                  <a:pt x="208121" y="94869"/>
                  <a:pt x="321754" y="75057"/>
                </a:cubicBezTo>
                <a:cubicBezTo>
                  <a:pt x="407289" y="60103"/>
                  <a:pt x="493586" y="48768"/>
                  <a:pt x="579692" y="37243"/>
                </a:cubicBezTo>
                <a:cubicBezTo>
                  <a:pt x="613505" y="32671"/>
                  <a:pt x="642652" y="16193"/>
                  <a:pt x="674275" y="6191"/>
                </a:cubicBezTo>
                <a:cubicBezTo>
                  <a:pt x="693611" y="0"/>
                  <a:pt x="704183" y="5620"/>
                  <a:pt x="698754" y="25146"/>
                </a:cubicBezTo>
                <a:cubicBezTo>
                  <a:pt x="662178" y="157258"/>
                  <a:pt x="641985" y="296037"/>
                  <a:pt x="531114" y="395669"/>
                </a:cubicBezTo>
                <a:cubicBezTo>
                  <a:pt x="462725" y="457105"/>
                  <a:pt x="382715" y="484346"/>
                  <a:pt x="294418" y="494347"/>
                </a:cubicBezTo>
                <a:cubicBezTo>
                  <a:pt x="240887" y="500348"/>
                  <a:pt x="187928" y="508730"/>
                  <a:pt x="135731" y="522256"/>
                </a:cubicBezTo>
                <a:cubicBezTo>
                  <a:pt x="122873" y="525589"/>
                  <a:pt x="108490" y="539115"/>
                  <a:pt x="96393" y="524637"/>
                </a:cubicBezTo>
                <a:cubicBezTo>
                  <a:pt x="85344" y="511397"/>
                  <a:pt x="89821" y="494252"/>
                  <a:pt x="94964" y="479203"/>
                </a:cubicBezTo>
                <a:cubicBezTo>
                  <a:pt x="118015" y="411480"/>
                  <a:pt x="165164" y="363950"/>
                  <a:pt x="225076" y="327946"/>
                </a:cubicBezTo>
                <a:cubicBezTo>
                  <a:pt x="244983" y="315944"/>
                  <a:pt x="265938" y="305753"/>
                  <a:pt x="286322" y="294799"/>
                </a:cubicBezTo>
                <a:close/>
              </a:path>
            </a:pathLst>
          </a:custGeom>
          <a:solidFill>
            <a:schemeClr val="accent2">
              <a:lumMod val="60000"/>
              <a:lumOff val="40000"/>
            </a:schemeClr>
          </a:solidFill>
          <a:ln>
            <a:grpFill/>
          </a:ln>
        </p:spPr>
      </p:sp>
      <p:sp>
        <p:nvSpPr>
          <p:cNvPr id="13" name="Freeform 16">
            <a:extLst>
              <a:ext uri="{247A2BB2-57FF-4113-A0D6-E5E8272A7087}">
                <a16:creationId xmlns:a16="http://schemas.microsoft.com/office/drawing/2010/main" id="{E926028C-93EA-4AED-B2E0-93FFD3086C58}"/>
              </a:ext>
            </a:extLst>
          </p:cNvPr>
          <p:cNvSpPr/>
          <p:nvPr/>
        </p:nvSpPr>
        <p:spPr>
          <a:xfrm rot="8940000">
            <a:off x="7668492" y="4709643"/>
            <a:ext cx="420849" cy="293847"/>
          </a:xfrm>
          <a:custGeom>
            <a:avLst/>
            <a:gdLst/>
            <a:ahLst/>
            <a:cxnLst/>
            <a:rect b="b" l="0" r="r" t="0"/>
            <a:pathLst>
              <a:path h="385667" w="552355">
                <a:moveTo>
                  <a:pt x="311944" y="222790"/>
                </a:moveTo>
                <a:quadBezTo>
                  <a:pt x="366713" y="267652"/>
                  <a:pt x="303848" y="311944"/>
                </a:quadBezTo>
                <a:cubicBezTo>
                  <a:pt x="293656" y="319183"/>
                  <a:pt x="284131" y="328041"/>
                  <a:pt x="275939" y="337566"/>
                </a:cubicBezTo>
                <a:cubicBezTo>
                  <a:pt x="234220" y="385667"/>
                  <a:pt x="215646" y="385667"/>
                  <a:pt x="163163" y="344615"/>
                </a:cubicBezTo>
                <a:cubicBezTo>
                  <a:pt x="92393" y="289179"/>
                  <a:pt x="55150" y="213646"/>
                  <a:pt x="29432" y="130874"/>
                </a:cubicBezTo>
                <a:cubicBezTo>
                  <a:pt x="19622" y="99251"/>
                  <a:pt x="13335" y="66485"/>
                  <a:pt x="5143" y="34290"/>
                </a:cubicBezTo>
                <a:cubicBezTo>
                  <a:pt x="0" y="14288"/>
                  <a:pt x="1619" y="0"/>
                  <a:pt x="26861" y="12097"/>
                </a:cubicBezTo>
                <a:cubicBezTo>
                  <a:pt x="107632" y="50768"/>
                  <a:pt x="196120" y="48101"/>
                  <a:pt x="281654" y="61246"/>
                </a:cubicBezTo>
                <a:cubicBezTo>
                  <a:pt x="378524" y="76200"/>
                  <a:pt x="461963" y="118777"/>
                  <a:pt x="528638" y="191834"/>
                </a:cubicBezTo>
                <a:cubicBezTo>
                  <a:pt x="548926" y="214027"/>
                  <a:pt x="552355" y="228124"/>
                  <a:pt x="514826" y="234029"/>
                </a:cubicBezTo>
                <a:cubicBezTo>
                  <a:pt x="457676" y="242888"/>
                  <a:pt x="401098" y="261938"/>
                  <a:pt x="346234" y="224600"/>
                </a:cubicBezTo>
                <a:cubicBezTo>
                  <a:pt x="338042" y="218980"/>
                  <a:pt x="324136" y="210503"/>
                  <a:pt x="312039" y="222790"/>
                </a:cubicBezTo>
                <a:close/>
              </a:path>
            </a:pathLst>
          </a:custGeom>
          <a:solidFill>
            <a:schemeClr val="accent2">
              <a:lumMod val="60000"/>
              <a:lumOff val="40000"/>
            </a:schemeClr>
          </a:solidFill>
          <a:ln>
            <a:grpFill/>
          </a:ln>
        </p:spPr>
      </p:sp>
    </p:spTree>
    <p:extLst>
      <p:ext uri="{C3EDCAF4-BB49-47BC-AF29-98C6BEF775C8}">
        <p14:creationId xmlns:p14="http://schemas.microsoft.com/office/powerpoint/2010/main" val="1784042247752"/>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spTree>
      <p:nvGrpSpPr>
        <p:cNvPr id="1" name=""/>
        <p:cNvGrpSpPr/>
        <p:nvPr/>
      </p:nvGrpSpPr>
      <p:grpSpPr>
        <a:xfrm>
          <a:off x="0" y="0"/>
          <a:ext cx="0" cy="0"/>
          <a:chOff x="0" y="0"/>
          <a:chExt cx="0" cy="0"/>
        </a:xfrm>
      </p:grpSpPr>
      <p:sp>
        <p:nvSpPr>
          <p:cNvPr id="2" name="">
            <a:extLst>
              <a:ext uri="{395D6FB0-A3C6-48B4-8630-38A7748C8757}">
                <a16:creationId xmlns:a16="http://schemas.microsoft.com/office/drawing/2010/main" id="{88FEBF44-4742-4257-86FF-FD48A5AF2DCD}"/>
              </a:ext>
            </a:extLst>
          </p:cNvPr>
          <p:cNvSpPr>
            <a:spLocks noChangeAspect="true"/>
          </p:cNvSpPr>
          <p:nvPr/>
        </p:nvSpPr>
        <p:spPr>
          <a:xfrm>
            <a:off x="381000" y="0"/>
            <a:ext cx="742950" cy="5160503"/>
          </a:xfrm>
          <a:custGeom>
            <a:avLst/>
            <a:gdLst/>
            <a:ahLst/>
            <a:cxnLst/>
            <a:rect b="b" l="0" r="r" t="0"/>
            <a:pathLst>
              <a:path h="19848260" w="2857534">
                <a:moveTo>
                  <a:pt x="443220" y="0"/>
                </a:moveTo>
                <a:cubicBezTo>
                  <a:pt x="493165" y="204369"/>
                  <a:pt x="543477" y="408739"/>
                  <a:pt x="592871" y="613292"/>
                </a:cubicBezTo>
                <a:cubicBezTo>
                  <a:pt x="624086" y="742744"/>
                  <a:pt x="649242" y="873849"/>
                  <a:pt x="685967" y="1001649"/>
                </a:cubicBezTo>
                <a:cubicBezTo>
                  <a:pt x="714795" y="1102090"/>
                  <a:pt x="737013" y="1203815"/>
                  <a:pt x="758680" y="1305357"/>
                </a:cubicBezTo>
                <a:cubicBezTo>
                  <a:pt x="805320" y="1524049"/>
                  <a:pt x="855632" y="1741823"/>
                  <a:pt x="891989" y="1962902"/>
                </a:cubicBezTo>
                <a:cubicBezTo>
                  <a:pt x="912738" y="2089233"/>
                  <a:pt x="938628" y="2215380"/>
                  <a:pt x="956623" y="2342262"/>
                </a:cubicBezTo>
                <a:cubicBezTo>
                  <a:pt x="976638" y="2482731"/>
                  <a:pt x="998305" y="2623017"/>
                  <a:pt x="1011526" y="2764772"/>
                </a:cubicBezTo>
                <a:cubicBezTo>
                  <a:pt x="1023094" y="2890185"/>
                  <a:pt x="1043843" y="3014863"/>
                  <a:pt x="1053207" y="3140643"/>
                </a:cubicBezTo>
                <a:cubicBezTo>
                  <a:pt x="1063674" y="3280746"/>
                  <a:pt x="1068264" y="3421215"/>
                  <a:pt x="1077629" y="3561318"/>
                </a:cubicBezTo>
                <a:cubicBezTo>
                  <a:pt x="1084239" y="3662309"/>
                  <a:pt x="1087177" y="3763300"/>
                  <a:pt x="1084790" y="3864658"/>
                </a:cubicBezTo>
                <a:cubicBezTo>
                  <a:pt x="1081485" y="4010453"/>
                  <a:pt x="1089381" y="4156799"/>
                  <a:pt x="1075793" y="4302226"/>
                </a:cubicBezTo>
                <a:cubicBezTo>
                  <a:pt x="1054125" y="4532670"/>
                  <a:pt x="1046046" y="4763664"/>
                  <a:pt x="1009689" y="4993557"/>
                </a:cubicBezTo>
                <a:cubicBezTo>
                  <a:pt x="971313" y="5235752"/>
                  <a:pt x="927795" y="5476662"/>
                  <a:pt x="869220" y="5714450"/>
                </a:cubicBezTo>
                <a:cubicBezTo>
                  <a:pt x="830476" y="5871996"/>
                  <a:pt x="787876" y="6028808"/>
                  <a:pt x="743807" y="6185254"/>
                </a:cubicBezTo>
                <a:cubicBezTo>
                  <a:pt x="700656" y="6338209"/>
                  <a:pt x="656587" y="6491165"/>
                  <a:pt x="613253" y="6644304"/>
                </a:cubicBezTo>
                <a:cubicBezTo>
                  <a:pt x="572122" y="6789181"/>
                  <a:pt x="525850" y="6932589"/>
                  <a:pt x="483617" y="7077098"/>
                </a:cubicBezTo>
                <a:cubicBezTo>
                  <a:pt x="447076" y="7201960"/>
                  <a:pt x="416412" y="7328474"/>
                  <a:pt x="377117" y="7452234"/>
                </a:cubicBezTo>
                <a:cubicBezTo>
                  <a:pt x="330294" y="7599314"/>
                  <a:pt x="289530" y="7748046"/>
                  <a:pt x="253357" y="7897514"/>
                </a:cubicBezTo>
                <a:cubicBezTo>
                  <a:pt x="210206" y="8075442"/>
                  <a:pt x="169259" y="8253921"/>
                  <a:pt x="131249" y="8433134"/>
                </a:cubicBezTo>
                <a:cubicBezTo>
                  <a:pt x="85528" y="8649439"/>
                  <a:pt x="60188" y="8867947"/>
                  <a:pt x="31543" y="9086455"/>
                </a:cubicBezTo>
                <a:cubicBezTo>
                  <a:pt x="6387" y="9277421"/>
                  <a:pt x="-4630" y="9469487"/>
                  <a:pt x="1797" y="9660820"/>
                </a:cubicBezTo>
                <a:cubicBezTo>
                  <a:pt x="9142" y="9877676"/>
                  <a:pt x="21628" y="10094531"/>
                  <a:pt x="56516" y="10310286"/>
                </a:cubicBezTo>
                <a:cubicBezTo>
                  <a:pt x="81672" y="10465811"/>
                  <a:pt x="111235" y="10620421"/>
                  <a:pt x="144470" y="10773927"/>
                </a:cubicBezTo>
                <a:cubicBezTo>
                  <a:pt x="191660" y="10991150"/>
                  <a:pt x="253724" y="11204884"/>
                  <a:pt x="318726" y="11417700"/>
                </a:cubicBezTo>
                <a:cubicBezTo>
                  <a:pt x="418799" y="11745280"/>
                  <a:pt x="535398" y="12066981"/>
                  <a:pt x="652915" y="12388317"/>
                </a:cubicBezTo>
                <a:cubicBezTo>
                  <a:pt x="743440" y="12635653"/>
                  <a:pt x="839106" y="12881155"/>
                  <a:pt x="925591" y="13129776"/>
                </a:cubicBezTo>
                <a:cubicBezTo>
                  <a:pt x="1027500" y="13422467"/>
                  <a:pt x="1133449" y="13713872"/>
                  <a:pt x="1220118" y="14012072"/>
                </a:cubicBezTo>
                <a:cubicBezTo>
                  <a:pt x="1276490" y="14206159"/>
                  <a:pt x="1333963" y="14399879"/>
                  <a:pt x="1376379" y="14597269"/>
                </a:cubicBezTo>
                <a:cubicBezTo>
                  <a:pt x="1402270" y="14717541"/>
                  <a:pt x="1426875" y="14838179"/>
                  <a:pt x="1446706" y="14960104"/>
                </a:cubicBezTo>
                <a:cubicBezTo>
                  <a:pt x="1476085" y="15141153"/>
                  <a:pt x="1497385" y="15322755"/>
                  <a:pt x="1515196" y="15505088"/>
                </a:cubicBezTo>
                <a:cubicBezTo>
                  <a:pt x="1522908" y="15585148"/>
                  <a:pt x="1529335" y="15666124"/>
                  <a:pt x="1529702" y="15745815"/>
                </a:cubicBezTo>
                <a:cubicBezTo>
                  <a:pt x="1530804" y="15972219"/>
                  <a:pt x="1545127" y="16199357"/>
                  <a:pt x="1522174" y="16425393"/>
                </a:cubicBezTo>
                <a:cubicBezTo>
                  <a:pt x="1501425" y="16631600"/>
                  <a:pt x="1487653" y="16838356"/>
                  <a:pt x="1460661" y="17044380"/>
                </a:cubicBezTo>
                <a:cubicBezTo>
                  <a:pt x="1436974" y="17224510"/>
                  <a:pt x="1400250" y="17402254"/>
                  <a:pt x="1378216" y="17582570"/>
                </a:cubicBezTo>
                <a:cubicBezTo>
                  <a:pt x="1363893" y="17699168"/>
                  <a:pt x="1331025" y="17813566"/>
                  <a:pt x="1306053" y="17928878"/>
                </a:cubicBezTo>
                <a:cubicBezTo>
                  <a:pt x="1249130" y="18190354"/>
                  <a:pt x="1180273" y="18448708"/>
                  <a:pt x="1105907" y="18705592"/>
                </a:cubicBezTo>
                <a:cubicBezTo>
                  <a:pt x="1054126" y="18884620"/>
                  <a:pt x="1000325" y="19063102"/>
                  <a:pt x="947259" y="19241764"/>
                </a:cubicBezTo>
                <a:cubicBezTo>
                  <a:pt x="895110" y="19417486"/>
                  <a:pt x="843146" y="19593214"/>
                  <a:pt x="790814" y="19768938"/>
                </a:cubicBezTo>
                <a:cubicBezTo>
                  <a:pt x="782918" y="19795196"/>
                  <a:pt x="772819" y="19820718"/>
                  <a:pt x="763638" y="19846424"/>
                </a:cubicBezTo>
                <a:lnTo>
                  <a:pt x="804953" y="19848260"/>
                </a:lnTo>
                <a:cubicBezTo>
                  <a:pt x="811747" y="19765080"/>
                  <a:pt x="849205" y="19690162"/>
                  <a:pt x="871607" y="19611390"/>
                </a:cubicBezTo>
                <a:cubicBezTo>
                  <a:pt x="944504" y="19356158"/>
                  <a:pt x="1021441" y="19102026"/>
                  <a:pt x="1096725" y="18847528"/>
                </a:cubicBezTo>
                <a:cubicBezTo>
                  <a:pt x="1104437" y="18821270"/>
                  <a:pt x="1109763" y="18794278"/>
                  <a:pt x="1118209" y="18768388"/>
                </a:cubicBezTo>
                <a:cubicBezTo>
                  <a:pt x="1126288" y="18743600"/>
                  <a:pt x="1136938" y="18736438"/>
                  <a:pt x="1161176" y="18758290"/>
                </a:cubicBezTo>
                <a:cubicBezTo>
                  <a:pt x="1203960" y="18796850"/>
                  <a:pt x="1249865" y="18832472"/>
                  <a:pt x="1296321" y="18866810"/>
                </a:cubicBezTo>
                <a:cubicBezTo>
                  <a:pt x="1395659" y="18940442"/>
                  <a:pt x="1586074" y="18931262"/>
                  <a:pt x="1682291" y="18851202"/>
                </a:cubicBezTo>
                <a:cubicBezTo>
                  <a:pt x="1758677" y="18787670"/>
                  <a:pt x="1821842" y="18708346"/>
                  <a:pt x="1911816" y="18660790"/>
                </a:cubicBezTo>
                <a:cubicBezTo>
                  <a:pt x="1927057" y="18652710"/>
                  <a:pt x="1937707" y="18639306"/>
                  <a:pt x="1915672" y="18626268"/>
                </a:cubicBezTo>
                <a:cubicBezTo>
                  <a:pt x="1799991" y="18557594"/>
                  <a:pt x="1681556" y="18502508"/>
                  <a:pt x="1540903" y="18542720"/>
                </a:cubicBezTo>
                <a:cubicBezTo>
                  <a:pt x="1452582" y="18568062"/>
                  <a:pt x="1396394" y="18639122"/>
                  <a:pt x="1325700" y="18689434"/>
                </a:cubicBezTo>
                <a:cubicBezTo>
                  <a:pt x="1305318" y="18703938"/>
                  <a:pt x="1262718" y="18715140"/>
                  <a:pt x="1273919" y="18749662"/>
                </a:cubicBezTo>
                <a:cubicBezTo>
                  <a:pt x="1283835" y="18780326"/>
                  <a:pt x="1323680" y="18772614"/>
                  <a:pt x="1350856" y="18781060"/>
                </a:cubicBezTo>
                <a:cubicBezTo>
                  <a:pt x="1397312" y="18795750"/>
                  <a:pt x="1440096" y="18770226"/>
                  <a:pt x="1490040" y="18767290"/>
                </a:cubicBezTo>
                <a:cubicBezTo>
                  <a:pt x="1391436" y="18844960"/>
                  <a:pt x="1202674" y="18808604"/>
                  <a:pt x="1149792" y="18707062"/>
                </a:cubicBezTo>
                <a:cubicBezTo>
                  <a:pt x="1141712" y="18691638"/>
                  <a:pt x="1145201" y="18677864"/>
                  <a:pt x="1149792" y="18662626"/>
                </a:cubicBezTo>
                <a:cubicBezTo>
                  <a:pt x="1236644" y="18361122"/>
                  <a:pt x="1312847" y="18056862"/>
                  <a:pt x="1375094" y="17749482"/>
                </a:cubicBezTo>
                <a:cubicBezTo>
                  <a:pt x="1418245" y="17536298"/>
                  <a:pt x="1452031" y="17321462"/>
                  <a:pt x="1482879" y="17105892"/>
                </a:cubicBezTo>
                <a:cubicBezTo>
                  <a:pt x="1530253" y="16775376"/>
                  <a:pt x="1554858" y="16443573"/>
                  <a:pt x="1562387" y="16110487"/>
                </a:cubicBezTo>
                <a:cubicBezTo>
                  <a:pt x="1566243" y="15941005"/>
                  <a:pt x="1553940" y="15771340"/>
                  <a:pt x="1548799" y="15601857"/>
                </a:cubicBezTo>
                <a:cubicBezTo>
                  <a:pt x="1542556" y="15397120"/>
                  <a:pt x="1512993" y="15195505"/>
                  <a:pt x="1484899" y="14993891"/>
                </a:cubicBezTo>
                <a:cubicBezTo>
                  <a:pt x="1459743" y="14813575"/>
                  <a:pt x="1417511" y="14635464"/>
                  <a:pt x="1373992" y="14457903"/>
                </a:cubicBezTo>
                <a:cubicBezTo>
                  <a:pt x="1332494" y="14288788"/>
                  <a:pt x="1282366" y="14122428"/>
                  <a:pt x="1233890" y="13955517"/>
                </a:cubicBezTo>
                <a:cubicBezTo>
                  <a:pt x="1198084" y="13832125"/>
                  <a:pt x="1158789" y="13709649"/>
                  <a:pt x="1117107" y="13587909"/>
                </a:cubicBezTo>
                <a:cubicBezTo>
                  <a:pt x="1040721" y="13364809"/>
                  <a:pt x="962132" y="13142445"/>
                  <a:pt x="883175" y="12920267"/>
                </a:cubicBezTo>
                <a:cubicBezTo>
                  <a:pt x="871974" y="12888683"/>
                  <a:pt x="836719" y="12853427"/>
                  <a:pt x="855265" y="12826801"/>
                </a:cubicBezTo>
                <a:cubicBezTo>
                  <a:pt x="876381" y="12796505"/>
                  <a:pt x="918614" y="12826801"/>
                  <a:pt x="951115" y="12830291"/>
                </a:cubicBezTo>
                <a:cubicBezTo>
                  <a:pt x="1116006" y="12847919"/>
                  <a:pt x="1274103" y="12820559"/>
                  <a:pt x="1423019" y="12751335"/>
                </a:cubicBezTo>
                <a:cubicBezTo>
                  <a:pt x="1551370" y="12691657"/>
                  <a:pt x="1620962" y="12582037"/>
                  <a:pt x="1653279" y="12446157"/>
                </a:cubicBezTo>
                <a:cubicBezTo>
                  <a:pt x="1683577" y="12319460"/>
                  <a:pt x="1687432" y="12187620"/>
                  <a:pt x="1730400" y="12063311"/>
                </a:cubicBezTo>
                <a:cubicBezTo>
                  <a:pt x="1740499" y="12033931"/>
                  <a:pt x="1750965" y="12005103"/>
                  <a:pt x="1766389" y="11978109"/>
                </a:cubicBezTo>
                <a:cubicBezTo>
                  <a:pt x="1778325" y="11956992"/>
                  <a:pt x="1771898" y="11942487"/>
                  <a:pt x="1747293" y="11947261"/>
                </a:cubicBezTo>
                <a:cubicBezTo>
                  <a:pt x="1572302" y="11981231"/>
                  <a:pt x="1393273" y="12004001"/>
                  <a:pt x="1256659" y="12138411"/>
                </a:cubicBezTo>
                <a:cubicBezTo>
                  <a:pt x="1176233" y="12217549"/>
                  <a:pt x="1129410" y="12311380"/>
                  <a:pt x="1113251" y="12422287"/>
                </a:cubicBezTo>
                <a:cubicBezTo>
                  <a:pt x="1102050" y="12498491"/>
                  <a:pt x="1088646" y="12574692"/>
                  <a:pt x="1062572" y="12647773"/>
                </a:cubicBezTo>
                <a:cubicBezTo>
                  <a:pt x="1055778" y="12666687"/>
                  <a:pt x="1040354" y="12688721"/>
                  <a:pt x="1057614" y="12705431"/>
                </a:cubicBezTo>
                <a:cubicBezTo>
                  <a:pt x="1076344" y="12723609"/>
                  <a:pt x="1103519" y="12717183"/>
                  <a:pt x="1125921" y="12708185"/>
                </a:cubicBezTo>
                <a:cubicBezTo>
                  <a:pt x="1220302" y="12670176"/>
                  <a:pt x="1289343" y="12603521"/>
                  <a:pt x="1340757" y="12516487"/>
                </a:cubicBezTo>
                <a:cubicBezTo>
                  <a:pt x="1354896" y="12492616"/>
                  <a:pt x="1359670" y="12462133"/>
                  <a:pt x="1388498" y="12440835"/>
                </a:cubicBezTo>
                <a:cubicBezTo>
                  <a:pt x="1318172" y="12736831"/>
                  <a:pt x="1105356" y="12832680"/>
                  <a:pt x="845349" y="12775389"/>
                </a:cubicBezTo>
                <a:cubicBezTo>
                  <a:pt x="816888" y="12769147"/>
                  <a:pt x="813216" y="12746377"/>
                  <a:pt x="805871" y="12726548"/>
                </a:cubicBezTo>
                <a:cubicBezTo>
                  <a:pt x="738666" y="12545131"/>
                  <a:pt x="670359" y="12363897"/>
                  <a:pt x="606092" y="12181379"/>
                </a:cubicBezTo>
                <a:cubicBezTo>
                  <a:pt x="506202" y="11897685"/>
                  <a:pt x="406129" y="11613808"/>
                  <a:pt x="320195" y="11325524"/>
                </a:cubicBezTo>
                <a:cubicBezTo>
                  <a:pt x="264558" y="11138599"/>
                  <a:pt x="214613" y="10949836"/>
                  <a:pt x="169810" y="10760157"/>
                </a:cubicBezTo>
                <a:cubicBezTo>
                  <a:pt x="156222" y="10702500"/>
                  <a:pt x="151264" y="10639152"/>
                  <a:pt x="140247" y="10581495"/>
                </a:cubicBezTo>
                <a:cubicBezTo>
                  <a:pt x="126659" y="10510801"/>
                  <a:pt x="104625" y="10439373"/>
                  <a:pt x="94158" y="10367210"/>
                </a:cubicBezTo>
                <a:cubicBezTo>
                  <a:pt x="74694" y="10233352"/>
                  <a:pt x="57434" y="10098942"/>
                  <a:pt x="45866" y="9964164"/>
                </a:cubicBezTo>
                <a:cubicBezTo>
                  <a:pt x="25117" y="9720683"/>
                  <a:pt x="26402" y="9476652"/>
                  <a:pt x="45315" y="9232987"/>
                </a:cubicBezTo>
                <a:cubicBezTo>
                  <a:pt x="53762" y="9123549"/>
                  <a:pt x="64779" y="9014111"/>
                  <a:pt x="79836" y="8905409"/>
                </a:cubicBezTo>
                <a:cubicBezTo>
                  <a:pt x="111786" y="8676250"/>
                  <a:pt x="150162" y="8447643"/>
                  <a:pt x="204330" y="8222708"/>
                </a:cubicBezTo>
                <a:cubicBezTo>
                  <a:pt x="236648" y="8088482"/>
                  <a:pt x="267496" y="7953521"/>
                  <a:pt x="303853" y="7820212"/>
                </a:cubicBezTo>
                <a:cubicBezTo>
                  <a:pt x="327356" y="7734278"/>
                  <a:pt x="349574" y="7647792"/>
                  <a:pt x="374363" y="7562226"/>
                </a:cubicBezTo>
                <a:cubicBezTo>
                  <a:pt x="434039" y="7356204"/>
                  <a:pt x="495185" y="7150549"/>
                  <a:pt x="555596" y="6944710"/>
                </a:cubicBezTo>
                <a:cubicBezTo>
                  <a:pt x="630513" y="6688928"/>
                  <a:pt x="707817" y="6433878"/>
                  <a:pt x="779613" y="6177360"/>
                </a:cubicBezTo>
                <a:cubicBezTo>
                  <a:pt x="863711" y="5876957"/>
                  <a:pt x="941750" y="5574535"/>
                  <a:pt x="995734" y="5267522"/>
                </a:cubicBezTo>
                <a:cubicBezTo>
                  <a:pt x="1033193" y="5055073"/>
                  <a:pt x="1066612" y="4841706"/>
                  <a:pt x="1082954" y="4625401"/>
                </a:cubicBezTo>
                <a:cubicBezTo>
                  <a:pt x="1096542" y="4447106"/>
                  <a:pt x="1108110" y="4268811"/>
                  <a:pt x="1111966" y="4090331"/>
                </a:cubicBezTo>
                <a:cubicBezTo>
                  <a:pt x="1117842" y="3816003"/>
                  <a:pt x="1110130" y="3542224"/>
                  <a:pt x="1090299" y="3268079"/>
                </a:cubicBezTo>
                <a:cubicBezTo>
                  <a:pt x="1070100" y="2990813"/>
                  <a:pt x="1036314" y="2715749"/>
                  <a:pt x="1001243" y="2440319"/>
                </a:cubicBezTo>
                <a:cubicBezTo>
                  <a:pt x="967089" y="2170213"/>
                  <a:pt x="915492" y="1903413"/>
                  <a:pt x="862977" y="1636980"/>
                </a:cubicBezTo>
                <a:cubicBezTo>
                  <a:pt x="874178" y="1626697"/>
                  <a:pt x="883542" y="1635511"/>
                  <a:pt x="891805" y="1639550"/>
                </a:cubicBezTo>
                <a:cubicBezTo>
                  <a:pt x="1153648" y="1766432"/>
                  <a:pt x="1431466" y="1817846"/>
                  <a:pt x="1720300" y="1811419"/>
                </a:cubicBezTo>
                <a:cubicBezTo>
                  <a:pt x="2051919" y="1804074"/>
                  <a:pt x="2287687" y="1646344"/>
                  <a:pt x="2436971" y="1350715"/>
                </a:cubicBezTo>
                <a:cubicBezTo>
                  <a:pt x="2512806" y="1200330"/>
                  <a:pt x="2573401" y="1042968"/>
                  <a:pt x="2649971" y="893133"/>
                </a:cubicBezTo>
                <a:cubicBezTo>
                  <a:pt x="2695325" y="804445"/>
                  <a:pt x="2747656" y="719612"/>
                  <a:pt x="2814861" y="645062"/>
                </a:cubicBezTo>
                <a:cubicBezTo>
                  <a:pt x="2822941" y="636065"/>
                  <a:pt x="2830285" y="626700"/>
                  <a:pt x="2837997" y="617519"/>
                </a:cubicBezTo>
                <a:cubicBezTo>
                  <a:pt x="2849015" y="604299"/>
                  <a:pt x="2862603" y="591078"/>
                  <a:pt x="2855625" y="571981"/>
                </a:cubicBezTo>
                <a:cubicBezTo>
                  <a:pt x="2847730" y="550498"/>
                  <a:pt x="2826980" y="556557"/>
                  <a:pt x="2811005" y="555823"/>
                </a:cubicBezTo>
                <a:cubicBezTo>
                  <a:pt x="2652909" y="548662"/>
                  <a:pt x="2494444" y="530667"/>
                  <a:pt x="2336898" y="538012"/>
                </a:cubicBezTo>
                <a:cubicBezTo>
                  <a:pt x="2045676" y="551600"/>
                  <a:pt x="1792280" y="652407"/>
                  <a:pt x="1610679" y="896439"/>
                </a:cubicBezTo>
                <a:cubicBezTo>
                  <a:pt x="1526581" y="1009549"/>
                  <a:pt x="1481594" y="1142123"/>
                  <a:pt x="1416409" y="1264597"/>
                </a:cubicBezTo>
                <a:cubicBezTo>
                  <a:pt x="1375278" y="1342085"/>
                  <a:pt x="1336901" y="1420675"/>
                  <a:pt x="1282550" y="1490267"/>
                </a:cubicBezTo>
                <a:cubicBezTo>
                  <a:pt x="1270063" y="1506058"/>
                  <a:pt x="1251885" y="1521850"/>
                  <a:pt x="1262535" y="1544802"/>
                </a:cubicBezTo>
                <a:cubicBezTo>
                  <a:pt x="1273736" y="1568856"/>
                  <a:pt x="1296138" y="1576201"/>
                  <a:pt x="1322028" y="1578405"/>
                </a:cubicBezTo>
                <a:cubicBezTo>
                  <a:pt x="1479391" y="1592360"/>
                  <a:pt x="1614352" y="1534703"/>
                  <a:pt x="1741233" y="1449503"/>
                </a:cubicBezTo>
                <a:cubicBezTo>
                  <a:pt x="1812111" y="1401946"/>
                  <a:pt x="1862056" y="1333272"/>
                  <a:pt x="1921732" y="1274329"/>
                </a:cubicBezTo>
                <a:cubicBezTo>
                  <a:pt x="1932749" y="1263312"/>
                  <a:pt x="1941747" y="1245685"/>
                  <a:pt x="1963047" y="1249173"/>
                </a:cubicBezTo>
                <a:cubicBezTo>
                  <a:pt x="1823312" y="1506242"/>
                  <a:pt x="1614903" y="1675540"/>
                  <a:pt x="1324415" y="1680681"/>
                </a:cubicBezTo>
                <a:cubicBezTo>
                  <a:pt x="1155852" y="1683619"/>
                  <a:pt x="1004365" y="1632206"/>
                  <a:pt x="858387" y="1555636"/>
                </a:cubicBezTo>
                <a:cubicBezTo>
                  <a:pt x="846268" y="1549209"/>
                  <a:pt x="843146" y="1538926"/>
                  <a:pt x="840392" y="1526624"/>
                </a:cubicBezTo>
                <a:cubicBezTo>
                  <a:pt x="799628" y="1345941"/>
                  <a:pt x="760333" y="1165075"/>
                  <a:pt x="716999" y="985127"/>
                </a:cubicBezTo>
                <a:cubicBezTo>
                  <a:pt x="671645" y="796733"/>
                  <a:pt x="621884" y="609440"/>
                  <a:pt x="575060" y="421413"/>
                </a:cubicBezTo>
                <a:cubicBezTo>
                  <a:pt x="544947" y="300407"/>
                  <a:pt x="516485" y="179034"/>
                  <a:pt x="486923" y="57844"/>
                </a:cubicBezTo>
                <a:cubicBezTo>
                  <a:pt x="482332" y="39115"/>
                  <a:pt x="478843" y="20937"/>
                  <a:pt x="484903" y="2207"/>
                </a:cubicBezTo>
                <a:lnTo>
                  <a:pt x="443588" y="37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
            <a:extLst>
              <a:ext uri="{268CAED7-0475-4D75-9C4C-854B3E8A8F49}">
                <a16:creationId xmlns:a16="http://schemas.microsoft.com/office/drawing/2010/main" id="{E3E90162-1503-49F8-B407-A25B4F28C42C}"/>
              </a:ext>
            </a:extLst>
          </p:cNvPr>
          <p:cNvSpPr>
            <a:spLocks noChangeAspect="true"/>
          </p:cNvSpPr>
          <p:nvPr/>
        </p:nvSpPr>
        <p:spPr>
          <a:xfrm rot="300000">
            <a:off x="8086725" y="0"/>
            <a:ext cx="809625" cy="5177909"/>
          </a:xfrm>
          <a:custGeom>
            <a:avLst/>
            <a:gdLst/>
            <a:ahLst/>
            <a:cxnLst/>
            <a:rect b="b" l="0" r="r" t="0"/>
            <a:pathLst>
              <a:path h="18278588" w="2858078">
                <a:moveTo>
                  <a:pt x="2857227" y="18277734"/>
                </a:moveTo>
                <a:cubicBezTo>
                  <a:pt x="2794845" y="18093138"/>
                  <a:pt x="2732123" y="17908714"/>
                  <a:pt x="2670251" y="17724118"/>
                </a:cubicBezTo>
                <a:cubicBezTo>
                  <a:pt x="2631156" y="17607172"/>
                  <a:pt x="2597331" y="17488358"/>
                  <a:pt x="2553306" y="17373282"/>
                </a:cubicBezTo>
                <a:cubicBezTo>
                  <a:pt x="2518631" y="17283024"/>
                  <a:pt x="2490075" y="17190896"/>
                  <a:pt x="2462028" y="17098938"/>
                </a:cubicBezTo>
                <a:cubicBezTo>
                  <a:pt x="2401686" y="16901082"/>
                  <a:pt x="2337775" y="16704249"/>
                  <a:pt x="2286611" y="16503165"/>
                </a:cubicBezTo>
                <a:cubicBezTo>
                  <a:pt x="2257375" y="16388259"/>
                  <a:pt x="2223549" y="16274035"/>
                  <a:pt x="2196693" y="16158448"/>
                </a:cubicBezTo>
                <a:cubicBezTo>
                  <a:pt x="2166947" y="16030455"/>
                  <a:pt x="2135841" y="15902803"/>
                  <a:pt x="2112384" y="15773279"/>
                </a:cubicBezTo>
                <a:cubicBezTo>
                  <a:pt x="2091647" y="15658544"/>
                  <a:pt x="2062580" y="15545168"/>
                  <a:pt x="2043883" y="15429923"/>
                </a:cubicBezTo>
                <a:cubicBezTo>
                  <a:pt x="2023145" y="15301591"/>
                  <a:pt x="2007507" y="15172407"/>
                  <a:pt x="1987790" y="15043903"/>
                </a:cubicBezTo>
                <a:cubicBezTo>
                  <a:pt x="1973682" y="14951264"/>
                  <a:pt x="1962803" y="14858287"/>
                  <a:pt x="1957024" y="14764799"/>
                </a:cubicBezTo>
                <a:cubicBezTo>
                  <a:pt x="1948525" y="14630007"/>
                  <a:pt x="1929488" y="14495724"/>
                  <a:pt x="1930508" y="14360591"/>
                </a:cubicBezTo>
                <a:cubicBezTo>
                  <a:pt x="1932207" y="14146419"/>
                  <a:pt x="1921159" y="13932587"/>
                  <a:pt x="1936287" y="13717733"/>
                </a:cubicBezTo>
                <a:cubicBezTo>
                  <a:pt x="1952265" y="13491153"/>
                  <a:pt x="1973342" y="13265592"/>
                  <a:pt x="2008357" y="13041731"/>
                </a:cubicBezTo>
                <a:cubicBezTo>
                  <a:pt x="2031644" y="12893341"/>
                  <a:pt x="2058331" y="12745289"/>
                  <a:pt x="2086377" y="12597579"/>
                </a:cubicBezTo>
                <a:cubicBezTo>
                  <a:pt x="2113914" y="12452927"/>
                  <a:pt x="2142300" y="12308447"/>
                  <a:pt x="2170176" y="12163795"/>
                </a:cubicBezTo>
                <a:cubicBezTo>
                  <a:pt x="2196523" y="12026963"/>
                  <a:pt x="2227799" y="11890980"/>
                  <a:pt x="2255335" y="11754148"/>
                </a:cubicBezTo>
                <a:cubicBezTo>
                  <a:pt x="2278962" y="11636183"/>
                  <a:pt x="2297150" y="11517028"/>
                  <a:pt x="2323667" y="11399573"/>
                </a:cubicBezTo>
                <a:cubicBezTo>
                  <a:pt x="2355113" y="11260192"/>
                  <a:pt x="2380779" y="11119790"/>
                  <a:pt x="2402367" y="10978879"/>
                </a:cubicBezTo>
                <a:cubicBezTo>
                  <a:pt x="2428033" y="10811451"/>
                  <a:pt x="2451490" y="10643512"/>
                  <a:pt x="2472227" y="10475063"/>
                </a:cubicBezTo>
                <a:cubicBezTo>
                  <a:pt x="2497044" y="10271939"/>
                  <a:pt x="2502993" y="10068476"/>
                  <a:pt x="2512002" y="9864503"/>
                </a:cubicBezTo>
                <a:cubicBezTo>
                  <a:pt x="2519821" y="9686366"/>
                  <a:pt x="2514722" y="9508229"/>
                  <a:pt x="2493475" y="9332472"/>
                </a:cubicBezTo>
                <a:cubicBezTo>
                  <a:pt x="2469338" y="9133089"/>
                  <a:pt x="2440611" y="8934043"/>
                  <a:pt x="2391148" y="8737889"/>
                </a:cubicBezTo>
                <a:cubicBezTo>
                  <a:pt x="2355452" y="8596468"/>
                  <a:pt x="2315848" y="8456235"/>
                  <a:pt x="2273013" y="8317364"/>
                </a:cubicBezTo>
                <a:cubicBezTo>
                  <a:pt x="2212161" y="8120700"/>
                  <a:pt x="2137881" y="7928624"/>
                  <a:pt x="2060881" y="7737570"/>
                </a:cubicBezTo>
                <a:cubicBezTo>
                  <a:pt x="1942406" y="7443508"/>
                  <a:pt x="1809143" y="7156075"/>
                  <a:pt x="1675031" y="6869152"/>
                </a:cubicBezTo>
                <a:cubicBezTo>
                  <a:pt x="1571854" y="6648351"/>
                  <a:pt x="1464088" y="6429419"/>
                  <a:pt x="1364311" y="6207088"/>
                </a:cubicBezTo>
                <a:cubicBezTo>
                  <a:pt x="1246856" y="5945152"/>
                  <a:pt x="1126002" y="5684915"/>
                  <a:pt x="1022315" y="5416860"/>
                </a:cubicBezTo>
                <a:cubicBezTo>
                  <a:pt x="954834" y="5242462"/>
                  <a:pt x="886333" y="5068405"/>
                  <a:pt x="831600" y="4889758"/>
                </a:cubicBezTo>
                <a:cubicBezTo>
                  <a:pt x="798114" y="4780972"/>
                  <a:pt x="765818" y="4671677"/>
                  <a:pt x="737772" y="4560850"/>
                </a:cubicBezTo>
                <a:cubicBezTo>
                  <a:pt x="696297" y="4396142"/>
                  <a:pt x="661962" y="4230413"/>
                  <a:pt x="631196" y="4063834"/>
                </a:cubicBezTo>
                <a:cubicBezTo>
                  <a:pt x="617597" y="3990574"/>
                  <a:pt x="605359" y="3916464"/>
                  <a:pt x="598560" y="3842863"/>
                </a:cubicBezTo>
                <a:cubicBezTo>
                  <a:pt x="579522" y="3634130"/>
                  <a:pt x="548246" y="3425737"/>
                  <a:pt x="551136" y="3215644"/>
                </a:cubicBezTo>
                <a:cubicBezTo>
                  <a:pt x="553856" y="3023739"/>
                  <a:pt x="550116" y="2832003"/>
                  <a:pt x="558445" y="2639928"/>
                </a:cubicBezTo>
                <a:cubicBezTo>
                  <a:pt x="565924" y="2471990"/>
                  <a:pt x="585641" y="2305072"/>
                  <a:pt x="591591" y="2136964"/>
                </a:cubicBezTo>
                <a:cubicBezTo>
                  <a:pt x="595500" y="2028178"/>
                  <a:pt x="616578" y="1920072"/>
                  <a:pt x="630516" y="1811796"/>
                </a:cubicBezTo>
                <a:cubicBezTo>
                  <a:pt x="662132" y="1566177"/>
                  <a:pt x="704966" y="1322429"/>
                  <a:pt x="753070" y="1079530"/>
                </a:cubicBezTo>
                <a:cubicBezTo>
                  <a:pt x="786556" y="910232"/>
                  <a:pt x="821911" y="741444"/>
                  <a:pt x="856586" y="572316"/>
                </a:cubicBezTo>
                <a:cubicBezTo>
                  <a:pt x="890582" y="406077"/>
                  <a:pt x="924408" y="239839"/>
                  <a:pt x="958743" y="73600"/>
                </a:cubicBezTo>
                <a:cubicBezTo>
                  <a:pt x="963843" y="48784"/>
                  <a:pt x="971152" y="24477"/>
                  <a:pt x="977611" y="0"/>
                </a:cubicBezTo>
                <a:lnTo>
                  <a:pt x="939366" y="1700"/>
                </a:lnTo>
                <a:cubicBezTo>
                  <a:pt x="939706" y="79040"/>
                  <a:pt x="911149" y="150940"/>
                  <a:pt x="896701" y="225391"/>
                </a:cubicBezTo>
                <a:cubicBezTo>
                  <a:pt x="849957" y="466590"/>
                  <a:pt x="799134" y="707109"/>
                  <a:pt x="750180" y="947797"/>
                </a:cubicBezTo>
                <a:cubicBezTo>
                  <a:pt x="745081" y="972614"/>
                  <a:pt x="742361" y="997941"/>
                  <a:pt x="736752" y="1022418"/>
                </a:cubicBezTo>
                <a:cubicBezTo>
                  <a:pt x="731313" y="1045875"/>
                  <a:pt x="721964" y="1053354"/>
                  <a:pt x="697997" y="1035166"/>
                </a:cubicBezTo>
                <a:cubicBezTo>
                  <a:pt x="655503" y="1002870"/>
                  <a:pt x="610288" y="973974"/>
                  <a:pt x="564734" y="945928"/>
                </a:cubicBezTo>
                <a:cubicBezTo>
                  <a:pt x="467167" y="885925"/>
                  <a:pt x="292430" y="909552"/>
                  <a:pt x="209990" y="991142"/>
                </a:cubicBezTo>
                <a:cubicBezTo>
                  <a:pt x="144549" y="1055903"/>
                  <a:pt x="92705" y="1134093"/>
                  <a:pt x="13666" y="1185087"/>
                </a:cubicBezTo>
                <a:cubicBezTo>
                  <a:pt x="237" y="1193756"/>
                  <a:pt x="-8432" y="1207014"/>
                  <a:pt x="12816" y="1217213"/>
                </a:cubicBezTo>
                <a:cubicBezTo>
                  <a:pt x="125001" y="1271265"/>
                  <a:pt x="238546" y="1312740"/>
                  <a:pt x="365180" y="1264296"/>
                </a:cubicBezTo>
                <a:cubicBezTo>
                  <a:pt x="444560" y="1233870"/>
                  <a:pt x="490794" y="1163839"/>
                  <a:pt x="551986" y="1111826"/>
                </a:cubicBezTo>
                <a:cubicBezTo>
                  <a:pt x="569494" y="1096868"/>
                  <a:pt x="607909" y="1083100"/>
                  <a:pt x="594820" y="1052164"/>
                </a:cubicBezTo>
                <a:cubicBezTo>
                  <a:pt x="583262" y="1024797"/>
                  <a:pt x="547056" y="1034996"/>
                  <a:pt x="521390" y="1029217"/>
                </a:cubicBezTo>
                <a:cubicBezTo>
                  <a:pt x="477366" y="1019358"/>
                  <a:pt x="439970" y="1046385"/>
                  <a:pt x="394076" y="1053014"/>
                </a:cubicBezTo>
                <a:cubicBezTo>
                  <a:pt x="478895" y="973464"/>
                  <a:pt x="655842" y="991992"/>
                  <a:pt x="712785" y="1081400"/>
                </a:cubicBezTo>
                <a:cubicBezTo>
                  <a:pt x="721454" y="1094998"/>
                  <a:pt x="719244" y="1108087"/>
                  <a:pt x="716525" y="1122365"/>
                </a:cubicBezTo>
                <a:cubicBezTo>
                  <a:pt x="660602" y="1407418"/>
                  <a:pt x="614538" y="1694171"/>
                  <a:pt x="581732" y="1982624"/>
                </a:cubicBezTo>
                <a:cubicBezTo>
                  <a:pt x="558955" y="2182688"/>
                  <a:pt x="545017" y="2383602"/>
                  <a:pt x="533628" y="2584856"/>
                </a:cubicBezTo>
                <a:cubicBezTo>
                  <a:pt x="516290" y="2893366"/>
                  <a:pt x="520200" y="3201366"/>
                  <a:pt x="539747" y="3509196"/>
                </a:cubicBezTo>
                <a:cubicBezTo>
                  <a:pt x="549776" y="3665916"/>
                  <a:pt x="574593" y="3821276"/>
                  <a:pt x="592781" y="3977146"/>
                </a:cubicBezTo>
                <a:cubicBezTo>
                  <a:pt x="614878" y="4165481"/>
                  <a:pt x="658222" y="4349058"/>
                  <a:pt x="700207" y="4532804"/>
                </a:cubicBezTo>
                <a:cubicBezTo>
                  <a:pt x="737772" y="4697173"/>
                  <a:pt x="790975" y="4857972"/>
                  <a:pt x="845368" y="5018261"/>
                </a:cubicBezTo>
                <a:cubicBezTo>
                  <a:pt x="897211" y="5171071"/>
                  <a:pt x="956704" y="5320312"/>
                  <a:pt x="1014836" y="5470403"/>
                </a:cubicBezTo>
                <a:cubicBezTo>
                  <a:pt x="1057840" y="5581399"/>
                  <a:pt x="1103735" y="5691204"/>
                  <a:pt x="1151838" y="5799990"/>
                </a:cubicBezTo>
                <a:cubicBezTo>
                  <a:pt x="1240057" y="5999715"/>
                  <a:pt x="1330315" y="6198419"/>
                  <a:pt x="1420914" y="6397123"/>
                </a:cubicBezTo>
                <a:cubicBezTo>
                  <a:pt x="1433832" y="6425340"/>
                  <a:pt x="1469017" y="6455086"/>
                  <a:pt x="1454059" y="6481092"/>
                </a:cubicBezTo>
                <a:cubicBezTo>
                  <a:pt x="1436891" y="6510668"/>
                  <a:pt x="1395587" y="6486022"/>
                  <a:pt x="1365331" y="6485512"/>
                </a:cubicBezTo>
                <a:cubicBezTo>
                  <a:pt x="1211841" y="6482453"/>
                  <a:pt x="1068209" y="6520188"/>
                  <a:pt x="936476" y="6595998"/>
                </a:cubicBezTo>
                <a:cubicBezTo>
                  <a:pt x="822761" y="6661269"/>
                  <a:pt x="767518" y="6768016"/>
                  <a:pt x="748480" y="6895669"/>
                </a:cubicBezTo>
                <a:cubicBezTo>
                  <a:pt x="730803" y="7014994"/>
                  <a:pt x="737602" y="7136868"/>
                  <a:pt x="707856" y="7254832"/>
                </a:cubicBezTo>
                <a:cubicBezTo>
                  <a:pt x="700887" y="7282709"/>
                  <a:pt x="693578" y="7310076"/>
                  <a:pt x="681509" y="7336252"/>
                </a:cubicBezTo>
                <a:cubicBezTo>
                  <a:pt x="672160" y="7356650"/>
                  <a:pt x="679129" y="7369568"/>
                  <a:pt x="701567" y="7363279"/>
                </a:cubicBezTo>
                <a:cubicBezTo>
                  <a:pt x="860156" y="7318065"/>
                  <a:pt x="1023505" y="7282709"/>
                  <a:pt x="1138750" y="7147746"/>
                </a:cubicBezTo>
                <a:cubicBezTo>
                  <a:pt x="1206571" y="7068367"/>
                  <a:pt x="1242267" y="6978109"/>
                  <a:pt x="1248386" y="6874422"/>
                </a:cubicBezTo>
                <a:cubicBezTo>
                  <a:pt x="1252635" y="6803202"/>
                  <a:pt x="1258925" y="6731981"/>
                  <a:pt x="1277112" y="6662460"/>
                </a:cubicBezTo>
                <a:cubicBezTo>
                  <a:pt x="1281872" y="6644442"/>
                  <a:pt x="1294280" y="6623024"/>
                  <a:pt x="1277112" y="6608917"/>
                </a:cubicBezTo>
                <a:cubicBezTo>
                  <a:pt x="1258244" y="6593619"/>
                  <a:pt x="1233768" y="6601778"/>
                  <a:pt x="1213880" y="6611806"/>
                </a:cubicBezTo>
                <a:cubicBezTo>
                  <a:pt x="1129741" y="6654301"/>
                  <a:pt x="1071439" y="6721443"/>
                  <a:pt x="1031154" y="6805752"/>
                </a:cubicBezTo>
                <a:cubicBezTo>
                  <a:pt x="1020105" y="6828868"/>
                  <a:pt x="1018066" y="6857426"/>
                  <a:pt x="993249" y="6879182"/>
                </a:cubicBezTo>
                <a:cubicBezTo>
                  <a:pt x="1034553" y="6600589"/>
                  <a:pt x="1223059" y="6495202"/>
                  <a:pt x="1467487" y="6527328"/>
                </a:cubicBezTo>
                <a:cubicBezTo>
                  <a:pt x="1494174" y="6530897"/>
                  <a:pt x="1499443" y="6551634"/>
                  <a:pt x="1507942" y="6569142"/>
                </a:cubicBezTo>
                <a:cubicBezTo>
                  <a:pt x="1584432" y="6731131"/>
                  <a:pt x="1661772" y="6892780"/>
                  <a:pt x="1735713" y="7056129"/>
                </a:cubicBezTo>
                <a:cubicBezTo>
                  <a:pt x="1850448" y="7309906"/>
                  <a:pt x="1965353" y="7563684"/>
                  <a:pt x="2067680" y="7822560"/>
                </a:cubicBezTo>
                <a:cubicBezTo>
                  <a:pt x="2133971" y="7990498"/>
                  <a:pt x="2195163" y="8160646"/>
                  <a:pt x="2251426" y="8331984"/>
                </a:cubicBezTo>
                <a:cubicBezTo>
                  <a:pt x="2268594" y="8384167"/>
                  <a:pt x="2278113" y="8442129"/>
                  <a:pt x="2292901" y="8494483"/>
                </a:cubicBezTo>
                <a:cubicBezTo>
                  <a:pt x="2311088" y="8558564"/>
                  <a:pt x="2337095" y="8622646"/>
                  <a:pt x="2352393" y="8688427"/>
                </a:cubicBezTo>
                <a:cubicBezTo>
                  <a:pt x="2380949" y="8810301"/>
                  <a:pt x="2407806" y="8932856"/>
                  <a:pt x="2429223" y="9056260"/>
                </a:cubicBezTo>
                <a:cubicBezTo>
                  <a:pt x="2467808" y="9279101"/>
                  <a:pt x="2486166" y="9504321"/>
                  <a:pt x="2488205" y="9730392"/>
                </a:cubicBezTo>
                <a:cubicBezTo>
                  <a:pt x="2489055" y="9832038"/>
                  <a:pt x="2487865" y="9933855"/>
                  <a:pt x="2482426" y="10035162"/>
                </a:cubicBezTo>
                <a:cubicBezTo>
                  <a:pt x="2471207" y="10249165"/>
                  <a:pt x="2454040" y="10462996"/>
                  <a:pt x="2422084" y="10674619"/>
                </a:cubicBezTo>
                <a:cubicBezTo>
                  <a:pt x="2403047" y="10801083"/>
                  <a:pt x="2385369" y="10927887"/>
                  <a:pt x="2362592" y="11053841"/>
                </a:cubicBezTo>
                <a:cubicBezTo>
                  <a:pt x="2347804" y="11135090"/>
                  <a:pt x="2334205" y="11216509"/>
                  <a:pt x="2318058" y="11297419"/>
                </a:cubicBezTo>
                <a:cubicBezTo>
                  <a:pt x="2279472" y="11492215"/>
                  <a:pt x="2239528" y="11686669"/>
                  <a:pt x="2200263" y="11881293"/>
                </a:cubicBezTo>
                <a:cubicBezTo>
                  <a:pt x="2151479" y="12123172"/>
                  <a:pt x="2100656" y="12364540"/>
                  <a:pt x="2054932" y="12606929"/>
                </a:cubicBezTo>
                <a:cubicBezTo>
                  <a:pt x="2001389" y="12890623"/>
                  <a:pt x="1953455" y="13175845"/>
                  <a:pt x="1928128" y="13463279"/>
                </a:cubicBezTo>
                <a:cubicBezTo>
                  <a:pt x="1910620" y="13662153"/>
                  <a:pt x="1896682" y="13861708"/>
                  <a:pt x="1898892" y="14062451"/>
                </a:cubicBezTo>
                <a:cubicBezTo>
                  <a:pt x="1900592" y="14228009"/>
                  <a:pt x="1904161" y="14393399"/>
                  <a:pt x="1914870" y="14558276"/>
                </a:cubicBezTo>
                <a:cubicBezTo>
                  <a:pt x="1931358" y="14811713"/>
                  <a:pt x="1960254" y="15063791"/>
                  <a:pt x="2000539" y="15314849"/>
                </a:cubicBezTo>
                <a:cubicBezTo>
                  <a:pt x="2041163" y="15568796"/>
                  <a:pt x="2094537" y="15819855"/>
                  <a:pt x="2148760" y="16071081"/>
                </a:cubicBezTo>
                <a:cubicBezTo>
                  <a:pt x="2201963" y="16317379"/>
                  <a:pt x="2270804" y="16559428"/>
                  <a:pt x="2340495" y="16800966"/>
                </a:cubicBezTo>
                <a:cubicBezTo>
                  <a:pt x="2330976" y="16811336"/>
                  <a:pt x="2321627" y="16804026"/>
                  <a:pt x="2313638" y="16800966"/>
                </a:cubicBezTo>
                <a:cubicBezTo>
                  <a:pt x="2062071" y="16704928"/>
                  <a:pt x="1801664" y="16679772"/>
                  <a:pt x="1535819" y="16708668"/>
                </a:cubicBezTo>
                <a:cubicBezTo>
                  <a:pt x="1230538" y="16741985"/>
                  <a:pt x="1025715" y="16906182"/>
                  <a:pt x="911660" y="17190896"/>
                </a:cubicBezTo>
                <a:cubicBezTo>
                  <a:pt x="853697" y="17335718"/>
                  <a:pt x="810353" y="17485468"/>
                  <a:pt x="751880" y="17629778"/>
                </a:cubicBezTo>
                <a:cubicBezTo>
                  <a:pt x="717205" y="17715278"/>
                  <a:pt x="675560" y="17797546"/>
                  <a:pt x="619637" y="17871826"/>
                </a:cubicBezTo>
                <a:cubicBezTo>
                  <a:pt x="613008" y="17880666"/>
                  <a:pt x="606889" y="17890014"/>
                  <a:pt x="600430" y="17899194"/>
                </a:cubicBezTo>
                <a:cubicBezTo>
                  <a:pt x="591421" y="17912282"/>
                  <a:pt x="579692" y="17925542"/>
                  <a:pt x="587851" y="17942538"/>
                </a:cubicBezTo>
                <a:cubicBezTo>
                  <a:pt x="596860" y="17961576"/>
                  <a:pt x="615388" y="17954436"/>
                  <a:pt x="630346" y="17953928"/>
                </a:cubicBezTo>
                <a:cubicBezTo>
                  <a:pt x="776697" y="17947810"/>
                  <a:pt x="924408" y="17951718"/>
                  <a:pt x="1068889" y="17932510"/>
                </a:cubicBezTo>
                <a:cubicBezTo>
                  <a:pt x="1336265" y="17896816"/>
                  <a:pt x="1561995" y="17783438"/>
                  <a:pt x="1710046" y="17543942"/>
                </a:cubicBezTo>
                <a:cubicBezTo>
                  <a:pt x="1778718" y="17432944"/>
                  <a:pt x="1809484" y="17307162"/>
                  <a:pt x="1859797" y="17188856"/>
                </a:cubicBezTo>
                <a:cubicBezTo>
                  <a:pt x="1891583" y="17114066"/>
                  <a:pt x="1920649" y="17038594"/>
                  <a:pt x="1965183" y="16970094"/>
                </a:cubicBezTo>
                <a:cubicBezTo>
                  <a:pt x="1975382" y="16954458"/>
                  <a:pt x="1991020" y="16938478"/>
                  <a:pt x="1979291" y="16918252"/>
                </a:cubicBezTo>
                <a:cubicBezTo>
                  <a:pt x="1967053" y="16897006"/>
                  <a:pt x="1945806" y="16892076"/>
                  <a:pt x="1921839" y="16891906"/>
                </a:cubicBezTo>
                <a:cubicBezTo>
                  <a:pt x="1775488" y="16891566"/>
                  <a:pt x="1655823" y="16955478"/>
                  <a:pt x="1545508" y="17044206"/>
                </a:cubicBezTo>
                <a:cubicBezTo>
                  <a:pt x="1483806" y="17093838"/>
                  <a:pt x="1443351" y="17160980"/>
                  <a:pt x="1393037" y="17220132"/>
                </a:cubicBezTo>
                <a:cubicBezTo>
                  <a:pt x="1383689" y="17231182"/>
                  <a:pt x="1376890" y="17248010"/>
                  <a:pt x="1357002" y="17246478"/>
                </a:cubicBezTo>
                <a:cubicBezTo>
                  <a:pt x="1465448" y="16998310"/>
                  <a:pt x="1644095" y="16825444"/>
                  <a:pt x="1911470" y="16797568"/>
                </a:cubicBezTo>
                <a:cubicBezTo>
                  <a:pt x="2066830" y="16781420"/>
                  <a:pt x="2210461" y="16816776"/>
                  <a:pt x="2351203" y="16875588"/>
                </a:cubicBezTo>
                <a:cubicBezTo>
                  <a:pt x="2362932" y="16880518"/>
                  <a:pt x="2366501" y="16889698"/>
                  <a:pt x="2370071" y="16900914"/>
                </a:cubicBezTo>
                <a:cubicBezTo>
                  <a:pt x="2422084" y="17064262"/>
                  <a:pt x="2472907" y="17227952"/>
                  <a:pt x="2527130" y="17390622"/>
                </a:cubicBezTo>
                <a:cubicBezTo>
                  <a:pt x="2584073" y="17560770"/>
                  <a:pt x="2644755" y="17729558"/>
                  <a:pt x="2703058" y="17899194"/>
                </a:cubicBezTo>
                <a:cubicBezTo>
                  <a:pt x="2740453" y="18008322"/>
                  <a:pt x="2776318" y="18118126"/>
                  <a:pt x="2813374" y="18227424"/>
                </a:cubicBezTo>
                <a:cubicBezTo>
                  <a:pt x="2819153" y="18244252"/>
                  <a:pt x="2823742" y="18260738"/>
                  <a:pt x="2819833" y="18278588"/>
                </a:cubicBezTo>
                <a:lnTo>
                  <a:pt x="2858078" y="18276888"/>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4" name="Title 1">
            <a:extLst>
              <a:ext uri="{48560ECE-BF87-45D3-8626-11052ACFEAE3}">
                <a16:creationId xmlns:a16="http://schemas.microsoft.com/office/drawing/2010/main" id="{6C708B87-6C1C-46AB-B00B-35E49FA92380}"/>
              </a:ext>
            </a:extLst>
          </p:cNvPr>
          <p:cNvSpPr>
            <a:spLocks noGrp="true"/>
          </p:cNvSpPr>
          <p:nvPr>
            <p:ph type="title"/>
          </p:nvPr>
        </p:nvSpPr>
        <p:spPr>
          <a:xfrm rot="0">
            <a:off x="1047750" y="762000"/>
            <a:ext cx="3429000" cy="476250"/>
          </a:xfrm>
        </p:spPr>
        <p:txBody>
          <a:bodyPr anchor="b" rtlCol="0"/>
          <a:lstStyle>
            <a:lvl1pPr lvl="0"/>
          </a:lstStyle>
          <a:p>
            <a:pPr/>
            <a:r>
              <a:rPr dirty="0" lang="en-US"/>
              <a:t>Click to edit Master title style</a:t>
            </a:r>
            <a:endParaRPr dirty="0" lang="en-US"/>
          </a:p>
        </p:txBody>
      </p:sp>
      <p:sp>
        <p:nvSpPr>
          <p:cNvPr id="5" name="Text Placeholder 3">
            <a:extLst>
              <a:ext uri="{FDCB3B76-933E-47C2-A73B-BBDE7974993B}">
                <a16:creationId xmlns:a16="http://schemas.microsoft.com/office/drawing/2010/main" id="{3BC4D3A2-1C57-48CE-8A7B-BADB81C8645D}"/>
              </a:ext>
            </a:extLst>
          </p:cNvPr>
          <p:cNvSpPr>
            <a:spLocks noGrp="true"/>
          </p:cNvSpPr>
          <p:nvPr>
            <p:ph idx="1" type="body"/>
          </p:nvPr>
        </p:nvSpPr>
        <p:spPr>
          <a:xfrm rot="0">
            <a:off x="1047750" y="1524000"/>
            <a:ext cx="3429000" cy="2857500"/>
          </a:xfrm>
        </p:spPr>
        <p:txBody>
          <a:bodyPr anchor="t" bIns="45720" lIns="91440" rIns="91440" rtlCol="0" tIns="93600">
            <a:normAutofit/>
          </a:bodyPr>
          <a:lstStyle>
            <a:lvl1pPr indent="0" lvl="0" marL="0">
              <a:buNone/>
            </a:lvl1pPr>
          </a:lstStyle>
          <a:p>
            <a:pPr/>
            <a:r>
              <a:rPr dirty="0" lang="en-US"/>
              <a:t>Click to edit Master text styles</a:t>
            </a:r>
            <a:endParaRPr dirty="0" lang="en-US"/>
          </a:p>
        </p:txBody>
      </p:sp>
      <p:sp>
        <p:nvSpPr>
          <p:cNvPr id="6" name="Picture Placeholder 2">
            <a:extLst>
              <a:ext uri="{FD9B9037-8752-4DED-8461-70ABE699F0D9}">
                <a16:creationId xmlns:a16="http://schemas.microsoft.com/office/drawing/2010/main" id="{57A09864-28FE-4FF9-A405-0649803D2396}"/>
              </a:ext>
            </a:extLst>
          </p:cNvPr>
          <p:cNvSpPr>
            <a:spLocks noGrp="true"/>
          </p:cNvSpPr>
          <p:nvPr>
            <p:ph idx="2" type="pic"/>
          </p:nvPr>
        </p:nvSpPr>
        <p:spPr>
          <a:xfrm rot="0">
            <a:off x="4762500" y="762000"/>
            <a:ext cx="3238500" cy="3619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hidden="false" id="7" name="Slide Number Placeholder 4">
            <a:extLst>
              <a:ext uri="{6601862C-5AD3-43A3-835A-9774D2EF15D0}">
                <a16:creationId xmlns:a16="http://schemas.microsoft.com/office/drawing/2010/main" id="{475D7A76-0EDC-4116-8FE8-7F67E079B88F}"/>
              </a:ext>
            </a:extLst>
          </p:cNvPr>
          <p:cNvSpPr>
            <a:spLocks noGrp="true"/>
          </p:cNvSpPr>
          <p:nvPr>
            <p:ph idx="12" sz="quarter" type="sldNum"/>
          </p:nvPr>
        </p:nvSpPr>
        <p:spPr/>
        <p:txBody>
          <a:bodyPr rtlCol="0"/>
          <a:lstStyle/>
          <a:p>
            <a:pPr/>
            <a:r>
              <a:rPr dirty="0" lang="en-US"/>
              <a:t>&lt;#&gt;</a:t>
            </a:r>
            <a:endParaRPr dirty="0" lang="en-US"/>
          </a:p>
        </p:txBody>
      </p:sp>
      <p:sp>
        <p:nvSpPr>
          <p:cNvPr hidden="false" id="8" name="Footer Placeholder 3">
            <a:extLst>
              <a:ext uri="{C9BF8C70-BF49-40FB-B0A9-5245F3132FB9}">
                <a16:creationId xmlns:a16="http://schemas.microsoft.com/office/drawing/2010/main" id="{C37081E8-12BC-4FA9-8589-AFEEE0FE5476}"/>
              </a:ext>
            </a:extLst>
          </p:cNvPr>
          <p:cNvSpPr>
            <a:spLocks noGrp="true"/>
          </p:cNvSpPr>
          <p:nvPr>
            <p:ph idx="11" sz="quarter" type="ftr"/>
          </p:nvPr>
        </p:nvSpPr>
        <p:spPr/>
        <p:txBody>
          <a:bodyPr rtlCol="0"/>
          <a:lstStyle/>
          <a:p>
            <a:pPr/>
            <a:r>
              <a:rPr dirty="0" lang="en-US"/>
              <a:t>Footer</a:t>
            </a:r>
            <a:endParaRPr dirty="0" lang="en-US"/>
          </a:p>
        </p:txBody>
      </p:sp>
      <p:sp>
        <p:nvSpPr>
          <p:cNvPr hidden="false" id="9" name="Date Placeholder 1">
            <a:extLst>
              <a:ext uri="{389A93D7-DD39-4A28-88E8-77A6BCF6BA78}">
                <a16:creationId xmlns:a16="http://schemas.microsoft.com/office/drawing/2010/main" id="{54F030D0-13B1-4595-BFF5-1B4095DAA65B}"/>
              </a:ext>
            </a:extLst>
          </p:cNvPr>
          <p:cNvSpPr>
            <a:spLocks noGrp="true"/>
          </p:cNvSpPr>
          <p:nvPr>
            <p:ph idx="10" sz="half" type="dt"/>
          </p:nvPr>
        </p:nvSpPr>
        <p:spPr/>
        <p:txBody>
          <a:bodyPr rtlCol="0"/>
          <a:lstStyle/>
          <a:p>
            <a:pPr/>
            <a:r>
              <a:rPr dirty="0" lang="en-US"/>
              <a:t>Date</a:t>
            </a:r>
            <a:endParaRPr dirty="0" lang="en-US"/>
          </a:p>
        </p:txBody>
      </p:sp>
    </p:spTree>
    <p:extLst>
      <p:ext uri="{D352FDC9-FD52-4A55-8A30-777D6E29A88E}">
        <p14:creationId xmlns:p14="http://schemas.microsoft.com/office/powerpoint/2010/main" val="1784042247756"/>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Text, and Images">
    <p:spTree>
      <p:nvGrpSpPr>
        <p:cNvPr id="1" name=""/>
        <p:cNvGrpSpPr/>
        <p:nvPr/>
      </p:nvGrpSpPr>
      <p:grpSpPr>
        <a:xfrm>
          <a:off x="0" y="0"/>
          <a:ext cx="0" cy="0"/>
          <a:chOff x="0" y="0"/>
          <a:chExt cx="0" cy="0"/>
        </a:xfrm>
      </p:grpSpPr>
      <p:sp>
        <p:nvSpPr>
          <p:cNvPr id="2" name="">
            <a:extLst>
              <a:ext uri="{A02AA061-ABCA-44EE-9E80-BAB1A206A565}">
                <a16:creationId xmlns:a16="http://schemas.microsoft.com/office/drawing/2010/main" id="{6DD0DA19-3716-4F19-889E-D1AA409D8AE1}"/>
              </a:ext>
            </a:extLst>
          </p:cNvPr>
          <p:cNvSpPr>
            <a:spLocks noChangeAspect="true"/>
          </p:cNvSpPr>
          <p:nvPr/>
        </p:nvSpPr>
        <p:spPr>
          <a:xfrm rot="0">
            <a:off x="381000" y="0"/>
            <a:ext cx="742950" cy="5160503"/>
          </a:xfrm>
          <a:custGeom>
            <a:avLst/>
            <a:gdLst/>
            <a:ahLst/>
            <a:cxnLst/>
            <a:rect b="b" l="0" r="r" t="0"/>
            <a:pathLst>
              <a:path h="19848260" w="2857534">
                <a:moveTo>
                  <a:pt x="443220" y="0"/>
                </a:moveTo>
                <a:cubicBezTo>
                  <a:pt x="493165" y="204369"/>
                  <a:pt x="543477" y="408739"/>
                  <a:pt x="592871" y="613292"/>
                </a:cubicBezTo>
                <a:cubicBezTo>
                  <a:pt x="624086" y="742744"/>
                  <a:pt x="649242" y="873849"/>
                  <a:pt x="685967" y="1001649"/>
                </a:cubicBezTo>
                <a:cubicBezTo>
                  <a:pt x="714795" y="1102090"/>
                  <a:pt x="737013" y="1203815"/>
                  <a:pt x="758680" y="1305357"/>
                </a:cubicBezTo>
                <a:cubicBezTo>
                  <a:pt x="805320" y="1524049"/>
                  <a:pt x="855632" y="1741823"/>
                  <a:pt x="891989" y="1962902"/>
                </a:cubicBezTo>
                <a:cubicBezTo>
                  <a:pt x="912738" y="2089233"/>
                  <a:pt x="938628" y="2215380"/>
                  <a:pt x="956623" y="2342262"/>
                </a:cubicBezTo>
                <a:cubicBezTo>
                  <a:pt x="976638" y="2482731"/>
                  <a:pt x="998305" y="2623017"/>
                  <a:pt x="1011526" y="2764772"/>
                </a:cubicBezTo>
                <a:cubicBezTo>
                  <a:pt x="1023094" y="2890185"/>
                  <a:pt x="1043843" y="3014863"/>
                  <a:pt x="1053207" y="3140643"/>
                </a:cubicBezTo>
                <a:cubicBezTo>
                  <a:pt x="1063674" y="3280746"/>
                  <a:pt x="1068264" y="3421215"/>
                  <a:pt x="1077629" y="3561318"/>
                </a:cubicBezTo>
                <a:cubicBezTo>
                  <a:pt x="1084239" y="3662309"/>
                  <a:pt x="1087177" y="3763300"/>
                  <a:pt x="1084790" y="3864658"/>
                </a:cubicBezTo>
                <a:cubicBezTo>
                  <a:pt x="1081485" y="4010453"/>
                  <a:pt x="1089381" y="4156799"/>
                  <a:pt x="1075793" y="4302226"/>
                </a:cubicBezTo>
                <a:cubicBezTo>
                  <a:pt x="1054125" y="4532670"/>
                  <a:pt x="1046046" y="4763664"/>
                  <a:pt x="1009689" y="4993557"/>
                </a:cubicBezTo>
                <a:cubicBezTo>
                  <a:pt x="971313" y="5235752"/>
                  <a:pt x="927795" y="5476662"/>
                  <a:pt x="869220" y="5714450"/>
                </a:cubicBezTo>
                <a:cubicBezTo>
                  <a:pt x="830476" y="5871996"/>
                  <a:pt x="787876" y="6028808"/>
                  <a:pt x="743807" y="6185254"/>
                </a:cubicBezTo>
                <a:cubicBezTo>
                  <a:pt x="700656" y="6338209"/>
                  <a:pt x="656587" y="6491165"/>
                  <a:pt x="613253" y="6644304"/>
                </a:cubicBezTo>
                <a:cubicBezTo>
                  <a:pt x="572122" y="6789181"/>
                  <a:pt x="525850" y="6932589"/>
                  <a:pt x="483617" y="7077098"/>
                </a:cubicBezTo>
                <a:cubicBezTo>
                  <a:pt x="447076" y="7201960"/>
                  <a:pt x="416412" y="7328474"/>
                  <a:pt x="377117" y="7452234"/>
                </a:cubicBezTo>
                <a:cubicBezTo>
                  <a:pt x="330294" y="7599314"/>
                  <a:pt x="289530" y="7748046"/>
                  <a:pt x="253357" y="7897514"/>
                </a:cubicBezTo>
                <a:cubicBezTo>
                  <a:pt x="210206" y="8075442"/>
                  <a:pt x="169259" y="8253921"/>
                  <a:pt x="131249" y="8433134"/>
                </a:cubicBezTo>
                <a:cubicBezTo>
                  <a:pt x="85528" y="8649439"/>
                  <a:pt x="60188" y="8867947"/>
                  <a:pt x="31543" y="9086455"/>
                </a:cubicBezTo>
                <a:cubicBezTo>
                  <a:pt x="6387" y="9277421"/>
                  <a:pt x="-4630" y="9469487"/>
                  <a:pt x="1797" y="9660820"/>
                </a:cubicBezTo>
                <a:cubicBezTo>
                  <a:pt x="9142" y="9877676"/>
                  <a:pt x="21628" y="10094531"/>
                  <a:pt x="56516" y="10310286"/>
                </a:cubicBezTo>
                <a:cubicBezTo>
                  <a:pt x="81672" y="10465811"/>
                  <a:pt x="111235" y="10620421"/>
                  <a:pt x="144470" y="10773927"/>
                </a:cubicBezTo>
                <a:cubicBezTo>
                  <a:pt x="191660" y="10991150"/>
                  <a:pt x="253724" y="11204884"/>
                  <a:pt x="318726" y="11417700"/>
                </a:cubicBezTo>
                <a:cubicBezTo>
                  <a:pt x="418799" y="11745280"/>
                  <a:pt x="535398" y="12066981"/>
                  <a:pt x="652915" y="12388317"/>
                </a:cubicBezTo>
                <a:cubicBezTo>
                  <a:pt x="743440" y="12635653"/>
                  <a:pt x="839106" y="12881155"/>
                  <a:pt x="925591" y="13129776"/>
                </a:cubicBezTo>
                <a:cubicBezTo>
                  <a:pt x="1027500" y="13422467"/>
                  <a:pt x="1133449" y="13713872"/>
                  <a:pt x="1220118" y="14012072"/>
                </a:cubicBezTo>
                <a:cubicBezTo>
                  <a:pt x="1276490" y="14206159"/>
                  <a:pt x="1333963" y="14399879"/>
                  <a:pt x="1376379" y="14597269"/>
                </a:cubicBezTo>
                <a:cubicBezTo>
                  <a:pt x="1402270" y="14717541"/>
                  <a:pt x="1426875" y="14838179"/>
                  <a:pt x="1446706" y="14960104"/>
                </a:cubicBezTo>
                <a:cubicBezTo>
                  <a:pt x="1476085" y="15141153"/>
                  <a:pt x="1497385" y="15322755"/>
                  <a:pt x="1515196" y="15505088"/>
                </a:cubicBezTo>
                <a:cubicBezTo>
                  <a:pt x="1522908" y="15585148"/>
                  <a:pt x="1529335" y="15666124"/>
                  <a:pt x="1529702" y="15745815"/>
                </a:cubicBezTo>
                <a:cubicBezTo>
                  <a:pt x="1530804" y="15972219"/>
                  <a:pt x="1545127" y="16199357"/>
                  <a:pt x="1522174" y="16425393"/>
                </a:cubicBezTo>
                <a:cubicBezTo>
                  <a:pt x="1501425" y="16631600"/>
                  <a:pt x="1487653" y="16838356"/>
                  <a:pt x="1460661" y="17044380"/>
                </a:cubicBezTo>
                <a:cubicBezTo>
                  <a:pt x="1436974" y="17224510"/>
                  <a:pt x="1400250" y="17402254"/>
                  <a:pt x="1378216" y="17582570"/>
                </a:cubicBezTo>
                <a:cubicBezTo>
                  <a:pt x="1363893" y="17699168"/>
                  <a:pt x="1331025" y="17813566"/>
                  <a:pt x="1306053" y="17928878"/>
                </a:cubicBezTo>
                <a:cubicBezTo>
                  <a:pt x="1249130" y="18190354"/>
                  <a:pt x="1180273" y="18448708"/>
                  <a:pt x="1105907" y="18705592"/>
                </a:cubicBezTo>
                <a:cubicBezTo>
                  <a:pt x="1054126" y="18884620"/>
                  <a:pt x="1000325" y="19063102"/>
                  <a:pt x="947259" y="19241764"/>
                </a:cubicBezTo>
                <a:cubicBezTo>
                  <a:pt x="895110" y="19417486"/>
                  <a:pt x="843146" y="19593214"/>
                  <a:pt x="790814" y="19768938"/>
                </a:cubicBezTo>
                <a:cubicBezTo>
                  <a:pt x="782918" y="19795196"/>
                  <a:pt x="772819" y="19820718"/>
                  <a:pt x="763638" y="19846424"/>
                </a:cubicBezTo>
                <a:lnTo>
                  <a:pt x="804953" y="19848260"/>
                </a:lnTo>
                <a:cubicBezTo>
                  <a:pt x="811747" y="19765080"/>
                  <a:pt x="849205" y="19690162"/>
                  <a:pt x="871607" y="19611390"/>
                </a:cubicBezTo>
                <a:cubicBezTo>
                  <a:pt x="944504" y="19356158"/>
                  <a:pt x="1021441" y="19102026"/>
                  <a:pt x="1096725" y="18847528"/>
                </a:cubicBezTo>
                <a:cubicBezTo>
                  <a:pt x="1104437" y="18821270"/>
                  <a:pt x="1109763" y="18794278"/>
                  <a:pt x="1118209" y="18768388"/>
                </a:cubicBezTo>
                <a:cubicBezTo>
                  <a:pt x="1126288" y="18743600"/>
                  <a:pt x="1136938" y="18736438"/>
                  <a:pt x="1161176" y="18758290"/>
                </a:cubicBezTo>
                <a:cubicBezTo>
                  <a:pt x="1203960" y="18796850"/>
                  <a:pt x="1249865" y="18832472"/>
                  <a:pt x="1296321" y="18866810"/>
                </a:cubicBezTo>
                <a:cubicBezTo>
                  <a:pt x="1395659" y="18940442"/>
                  <a:pt x="1586074" y="18931262"/>
                  <a:pt x="1682291" y="18851202"/>
                </a:cubicBezTo>
                <a:cubicBezTo>
                  <a:pt x="1758677" y="18787670"/>
                  <a:pt x="1821842" y="18708346"/>
                  <a:pt x="1911816" y="18660790"/>
                </a:cubicBezTo>
                <a:cubicBezTo>
                  <a:pt x="1927057" y="18652710"/>
                  <a:pt x="1937707" y="18639306"/>
                  <a:pt x="1915672" y="18626268"/>
                </a:cubicBezTo>
                <a:cubicBezTo>
                  <a:pt x="1799991" y="18557594"/>
                  <a:pt x="1681556" y="18502508"/>
                  <a:pt x="1540903" y="18542720"/>
                </a:cubicBezTo>
                <a:cubicBezTo>
                  <a:pt x="1452582" y="18568062"/>
                  <a:pt x="1396394" y="18639122"/>
                  <a:pt x="1325700" y="18689434"/>
                </a:cubicBezTo>
                <a:cubicBezTo>
                  <a:pt x="1305318" y="18703938"/>
                  <a:pt x="1262718" y="18715140"/>
                  <a:pt x="1273919" y="18749662"/>
                </a:cubicBezTo>
                <a:cubicBezTo>
                  <a:pt x="1283835" y="18780326"/>
                  <a:pt x="1323680" y="18772614"/>
                  <a:pt x="1350856" y="18781060"/>
                </a:cubicBezTo>
                <a:cubicBezTo>
                  <a:pt x="1397312" y="18795750"/>
                  <a:pt x="1440096" y="18770226"/>
                  <a:pt x="1490040" y="18767290"/>
                </a:cubicBezTo>
                <a:cubicBezTo>
                  <a:pt x="1391436" y="18844960"/>
                  <a:pt x="1202674" y="18808604"/>
                  <a:pt x="1149792" y="18707062"/>
                </a:cubicBezTo>
                <a:cubicBezTo>
                  <a:pt x="1141712" y="18691638"/>
                  <a:pt x="1145201" y="18677864"/>
                  <a:pt x="1149792" y="18662626"/>
                </a:cubicBezTo>
                <a:cubicBezTo>
                  <a:pt x="1236644" y="18361122"/>
                  <a:pt x="1312847" y="18056862"/>
                  <a:pt x="1375094" y="17749482"/>
                </a:cubicBezTo>
                <a:cubicBezTo>
                  <a:pt x="1418245" y="17536298"/>
                  <a:pt x="1452031" y="17321462"/>
                  <a:pt x="1482879" y="17105892"/>
                </a:cubicBezTo>
                <a:cubicBezTo>
                  <a:pt x="1530253" y="16775376"/>
                  <a:pt x="1554858" y="16443573"/>
                  <a:pt x="1562387" y="16110487"/>
                </a:cubicBezTo>
                <a:cubicBezTo>
                  <a:pt x="1566243" y="15941005"/>
                  <a:pt x="1553940" y="15771340"/>
                  <a:pt x="1548799" y="15601857"/>
                </a:cubicBezTo>
                <a:cubicBezTo>
                  <a:pt x="1542556" y="15397120"/>
                  <a:pt x="1512993" y="15195505"/>
                  <a:pt x="1484899" y="14993891"/>
                </a:cubicBezTo>
                <a:cubicBezTo>
                  <a:pt x="1459743" y="14813575"/>
                  <a:pt x="1417511" y="14635464"/>
                  <a:pt x="1373992" y="14457903"/>
                </a:cubicBezTo>
                <a:cubicBezTo>
                  <a:pt x="1332494" y="14288788"/>
                  <a:pt x="1282366" y="14122428"/>
                  <a:pt x="1233890" y="13955517"/>
                </a:cubicBezTo>
                <a:cubicBezTo>
                  <a:pt x="1198084" y="13832125"/>
                  <a:pt x="1158789" y="13709649"/>
                  <a:pt x="1117107" y="13587909"/>
                </a:cubicBezTo>
                <a:cubicBezTo>
                  <a:pt x="1040721" y="13364809"/>
                  <a:pt x="962132" y="13142445"/>
                  <a:pt x="883175" y="12920267"/>
                </a:cubicBezTo>
                <a:cubicBezTo>
                  <a:pt x="871974" y="12888683"/>
                  <a:pt x="836719" y="12853427"/>
                  <a:pt x="855265" y="12826801"/>
                </a:cubicBezTo>
                <a:cubicBezTo>
                  <a:pt x="876381" y="12796505"/>
                  <a:pt x="918614" y="12826801"/>
                  <a:pt x="951115" y="12830291"/>
                </a:cubicBezTo>
                <a:cubicBezTo>
                  <a:pt x="1116006" y="12847919"/>
                  <a:pt x="1274103" y="12820559"/>
                  <a:pt x="1423019" y="12751335"/>
                </a:cubicBezTo>
                <a:cubicBezTo>
                  <a:pt x="1551370" y="12691657"/>
                  <a:pt x="1620962" y="12582037"/>
                  <a:pt x="1653279" y="12446157"/>
                </a:cubicBezTo>
                <a:cubicBezTo>
                  <a:pt x="1683577" y="12319460"/>
                  <a:pt x="1687432" y="12187620"/>
                  <a:pt x="1730400" y="12063311"/>
                </a:cubicBezTo>
                <a:cubicBezTo>
                  <a:pt x="1740499" y="12033931"/>
                  <a:pt x="1750965" y="12005103"/>
                  <a:pt x="1766389" y="11978109"/>
                </a:cubicBezTo>
                <a:cubicBezTo>
                  <a:pt x="1778325" y="11956992"/>
                  <a:pt x="1771898" y="11942487"/>
                  <a:pt x="1747293" y="11947261"/>
                </a:cubicBezTo>
                <a:cubicBezTo>
                  <a:pt x="1572302" y="11981231"/>
                  <a:pt x="1393273" y="12004001"/>
                  <a:pt x="1256659" y="12138411"/>
                </a:cubicBezTo>
                <a:cubicBezTo>
                  <a:pt x="1176233" y="12217549"/>
                  <a:pt x="1129410" y="12311380"/>
                  <a:pt x="1113251" y="12422287"/>
                </a:cubicBezTo>
                <a:cubicBezTo>
                  <a:pt x="1102050" y="12498491"/>
                  <a:pt x="1088646" y="12574692"/>
                  <a:pt x="1062572" y="12647773"/>
                </a:cubicBezTo>
                <a:cubicBezTo>
                  <a:pt x="1055778" y="12666687"/>
                  <a:pt x="1040354" y="12688721"/>
                  <a:pt x="1057614" y="12705431"/>
                </a:cubicBezTo>
                <a:cubicBezTo>
                  <a:pt x="1076344" y="12723609"/>
                  <a:pt x="1103519" y="12717183"/>
                  <a:pt x="1125921" y="12708185"/>
                </a:cubicBezTo>
                <a:cubicBezTo>
                  <a:pt x="1220302" y="12670176"/>
                  <a:pt x="1289343" y="12603521"/>
                  <a:pt x="1340757" y="12516487"/>
                </a:cubicBezTo>
                <a:cubicBezTo>
                  <a:pt x="1354896" y="12492616"/>
                  <a:pt x="1359670" y="12462133"/>
                  <a:pt x="1388498" y="12440835"/>
                </a:cubicBezTo>
                <a:cubicBezTo>
                  <a:pt x="1318172" y="12736831"/>
                  <a:pt x="1105356" y="12832680"/>
                  <a:pt x="845349" y="12775389"/>
                </a:cubicBezTo>
                <a:cubicBezTo>
                  <a:pt x="816888" y="12769147"/>
                  <a:pt x="813216" y="12746377"/>
                  <a:pt x="805871" y="12726548"/>
                </a:cubicBezTo>
                <a:cubicBezTo>
                  <a:pt x="738666" y="12545131"/>
                  <a:pt x="670359" y="12363897"/>
                  <a:pt x="606092" y="12181379"/>
                </a:cubicBezTo>
                <a:cubicBezTo>
                  <a:pt x="506202" y="11897685"/>
                  <a:pt x="406129" y="11613808"/>
                  <a:pt x="320195" y="11325524"/>
                </a:cubicBezTo>
                <a:cubicBezTo>
                  <a:pt x="264558" y="11138599"/>
                  <a:pt x="214613" y="10949836"/>
                  <a:pt x="169810" y="10760157"/>
                </a:cubicBezTo>
                <a:cubicBezTo>
                  <a:pt x="156222" y="10702500"/>
                  <a:pt x="151264" y="10639152"/>
                  <a:pt x="140247" y="10581495"/>
                </a:cubicBezTo>
                <a:cubicBezTo>
                  <a:pt x="126659" y="10510801"/>
                  <a:pt x="104625" y="10439373"/>
                  <a:pt x="94158" y="10367210"/>
                </a:cubicBezTo>
                <a:cubicBezTo>
                  <a:pt x="74694" y="10233352"/>
                  <a:pt x="57434" y="10098942"/>
                  <a:pt x="45866" y="9964164"/>
                </a:cubicBezTo>
                <a:cubicBezTo>
                  <a:pt x="25117" y="9720683"/>
                  <a:pt x="26402" y="9476652"/>
                  <a:pt x="45315" y="9232987"/>
                </a:cubicBezTo>
                <a:cubicBezTo>
                  <a:pt x="53762" y="9123549"/>
                  <a:pt x="64779" y="9014111"/>
                  <a:pt x="79836" y="8905409"/>
                </a:cubicBezTo>
                <a:cubicBezTo>
                  <a:pt x="111786" y="8676250"/>
                  <a:pt x="150162" y="8447643"/>
                  <a:pt x="204330" y="8222708"/>
                </a:cubicBezTo>
                <a:cubicBezTo>
                  <a:pt x="236648" y="8088482"/>
                  <a:pt x="267496" y="7953521"/>
                  <a:pt x="303853" y="7820212"/>
                </a:cubicBezTo>
                <a:cubicBezTo>
                  <a:pt x="327356" y="7734278"/>
                  <a:pt x="349574" y="7647792"/>
                  <a:pt x="374363" y="7562226"/>
                </a:cubicBezTo>
                <a:cubicBezTo>
                  <a:pt x="434039" y="7356204"/>
                  <a:pt x="495185" y="7150549"/>
                  <a:pt x="555596" y="6944710"/>
                </a:cubicBezTo>
                <a:cubicBezTo>
                  <a:pt x="630513" y="6688928"/>
                  <a:pt x="707817" y="6433878"/>
                  <a:pt x="779613" y="6177360"/>
                </a:cubicBezTo>
                <a:cubicBezTo>
                  <a:pt x="863711" y="5876957"/>
                  <a:pt x="941750" y="5574535"/>
                  <a:pt x="995734" y="5267522"/>
                </a:cubicBezTo>
                <a:cubicBezTo>
                  <a:pt x="1033193" y="5055073"/>
                  <a:pt x="1066612" y="4841706"/>
                  <a:pt x="1082954" y="4625401"/>
                </a:cubicBezTo>
                <a:cubicBezTo>
                  <a:pt x="1096542" y="4447106"/>
                  <a:pt x="1108110" y="4268811"/>
                  <a:pt x="1111966" y="4090331"/>
                </a:cubicBezTo>
                <a:cubicBezTo>
                  <a:pt x="1117842" y="3816003"/>
                  <a:pt x="1110130" y="3542224"/>
                  <a:pt x="1090299" y="3268079"/>
                </a:cubicBezTo>
                <a:cubicBezTo>
                  <a:pt x="1070100" y="2990813"/>
                  <a:pt x="1036314" y="2715749"/>
                  <a:pt x="1001243" y="2440319"/>
                </a:cubicBezTo>
                <a:cubicBezTo>
                  <a:pt x="967089" y="2170213"/>
                  <a:pt x="915492" y="1903413"/>
                  <a:pt x="862977" y="1636980"/>
                </a:cubicBezTo>
                <a:cubicBezTo>
                  <a:pt x="874178" y="1626697"/>
                  <a:pt x="883542" y="1635511"/>
                  <a:pt x="891805" y="1639550"/>
                </a:cubicBezTo>
                <a:cubicBezTo>
                  <a:pt x="1153648" y="1766432"/>
                  <a:pt x="1431466" y="1817846"/>
                  <a:pt x="1720300" y="1811419"/>
                </a:cubicBezTo>
                <a:cubicBezTo>
                  <a:pt x="2051919" y="1804074"/>
                  <a:pt x="2287687" y="1646344"/>
                  <a:pt x="2436971" y="1350715"/>
                </a:cubicBezTo>
                <a:cubicBezTo>
                  <a:pt x="2512806" y="1200330"/>
                  <a:pt x="2573401" y="1042968"/>
                  <a:pt x="2649971" y="893133"/>
                </a:cubicBezTo>
                <a:cubicBezTo>
                  <a:pt x="2695325" y="804445"/>
                  <a:pt x="2747656" y="719612"/>
                  <a:pt x="2814861" y="645062"/>
                </a:cubicBezTo>
                <a:cubicBezTo>
                  <a:pt x="2822941" y="636065"/>
                  <a:pt x="2830285" y="626700"/>
                  <a:pt x="2837997" y="617519"/>
                </a:cubicBezTo>
                <a:cubicBezTo>
                  <a:pt x="2849015" y="604299"/>
                  <a:pt x="2862603" y="591078"/>
                  <a:pt x="2855625" y="571981"/>
                </a:cubicBezTo>
                <a:cubicBezTo>
                  <a:pt x="2847730" y="550498"/>
                  <a:pt x="2826980" y="556557"/>
                  <a:pt x="2811005" y="555823"/>
                </a:cubicBezTo>
                <a:cubicBezTo>
                  <a:pt x="2652909" y="548662"/>
                  <a:pt x="2494444" y="530667"/>
                  <a:pt x="2336898" y="538012"/>
                </a:cubicBezTo>
                <a:cubicBezTo>
                  <a:pt x="2045676" y="551600"/>
                  <a:pt x="1792280" y="652407"/>
                  <a:pt x="1610679" y="896439"/>
                </a:cubicBezTo>
                <a:cubicBezTo>
                  <a:pt x="1526581" y="1009549"/>
                  <a:pt x="1481594" y="1142123"/>
                  <a:pt x="1416409" y="1264597"/>
                </a:cubicBezTo>
                <a:cubicBezTo>
                  <a:pt x="1375278" y="1342085"/>
                  <a:pt x="1336901" y="1420675"/>
                  <a:pt x="1282550" y="1490267"/>
                </a:cubicBezTo>
                <a:cubicBezTo>
                  <a:pt x="1270063" y="1506058"/>
                  <a:pt x="1251885" y="1521850"/>
                  <a:pt x="1262535" y="1544802"/>
                </a:cubicBezTo>
                <a:cubicBezTo>
                  <a:pt x="1273736" y="1568856"/>
                  <a:pt x="1296138" y="1576201"/>
                  <a:pt x="1322028" y="1578405"/>
                </a:cubicBezTo>
                <a:cubicBezTo>
                  <a:pt x="1479391" y="1592360"/>
                  <a:pt x="1614352" y="1534703"/>
                  <a:pt x="1741233" y="1449503"/>
                </a:cubicBezTo>
                <a:cubicBezTo>
                  <a:pt x="1812111" y="1401946"/>
                  <a:pt x="1862056" y="1333272"/>
                  <a:pt x="1921732" y="1274329"/>
                </a:cubicBezTo>
                <a:cubicBezTo>
                  <a:pt x="1932749" y="1263312"/>
                  <a:pt x="1941747" y="1245685"/>
                  <a:pt x="1963047" y="1249173"/>
                </a:cubicBezTo>
                <a:cubicBezTo>
                  <a:pt x="1823312" y="1506242"/>
                  <a:pt x="1614903" y="1675540"/>
                  <a:pt x="1324415" y="1680681"/>
                </a:cubicBezTo>
                <a:cubicBezTo>
                  <a:pt x="1155852" y="1683619"/>
                  <a:pt x="1004365" y="1632206"/>
                  <a:pt x="858387" y="1555636"/>
                </a:cubicBezTo>
                <a:cubicBezTo>
                  <a:pt x="846268" y="1549209"/>
                  <a:pt x="843146" y="1538926"/>
                  <a:pt x="840392" y="1526624"/>
                </a:cubicBezTo>
                <a:cubicBezTo>
                  <a:pt x="799628" y="1345941"/>
                  <a:pt x="760333" y="1165075"/>
                  <a:pt x="716999" y="985127"/>
                </a:cubicBezTo>
                <a:cubicBezTo>
                  <a:pt x="671645" y="796733"/>
                  <a:pt x="621884" y="609440"/>
                  <a:pt x="575060" y="421413"/>
                </a:cubicBezTo>
                <a:cubicBezTo>
                  <a:pt x="544947" y="300407"/>
                  <a:pt x="516485" y="179034"/>
                  <a:pt x="486923" y="57844"/>
                </a:cubicBezTo>
                <a:cubicBezTo>
                  <a:pt x="482332" y="39115"/>
                  <a:pt x="478843" y="20937"/>
                  <a:pt x="484903" y="2207"/>
                </a:cubicBezTo>
                <a:lnTo>
                  <a:pt x="443588" y="371"/>
                </a:lnTo>
                <a:close/>
              </a:path>
            </a:pathLst>
          </a:custGeom>
          <a:solidFill>
            <a:schemeClr val="accent2">
              <a:lumMod val="60000"/>
              <a:lumOff val="40000"/>
            </a:schemeClr>
          </a:solidFill>
        </p:spPr>
        <p:txBody>
          <a:bodyPr anchor="ctr" rtlCol="0">
            <a:noAutofit/>
          </a:bodyPr>
          <a:lstStyle/>
          <a:p>
            <a:pPr/>
            <a:r>
              <a:rPr dirty="0" lang="en-US"/>
              <a:t/>
            </a:r>
            <a:endParaRPr dirty="0" lang="en-US"/>
          </a:p>
        </p:txBody>
      </p:sp>
      <p:sp>
        <p:nvSpPr>
          <p:cNvPr id="3" name="Title 1">
            <a:extLst>
              <a:ext uri="{598DE7A3-1861-4BA6-B766-9B407A1BE10B}">
                <a16:creationId xmlns:a16="http://schemas.microsoft.com/office/drawing/2010/main" id="{9E3F75C9-C864-4E75-8870-72A528F0298F}"/>
              </a:ext>
            </a:extLst>
          </p:cNvPr>
          <p:cNvSpPr>
            <a:spLocks noGrp="true"/>
          </p:cNvSpPr>
          <p:nvPr>
            <p:ph type="title"/>
          </p:nvPr>
        </p:nvSpPr>
        <p:spPr>
          <a:xfrm rot="0">
            <a:off x="1238250" y="476250"/>
            <a:ext cx="7334250" cy="476250"/>
          </a:xfrm>
        </p:spPr>
        <p:txBody>
          <a:bodyPr anchor="b" rtlCol="0"/>
          <a:lstStyle>
            <a:lvl1pPr algn="ctr" lvl="0"/>
          </a:lstStyle>
          <a:p>
            <a:pPr/>
            <a:r>
              <a:rPr dirty="0" lang="en-US"/>
              <a:t>Click to edit Master title style</a:t>
            </a:r>
            <a:endParaRPr dirty="0" lang="en-US"/>
          </a:p>
        </p:txBody>
      </p:sp>
      <p:sp>
        <p:nvSpPr>
          <p:cNvPr id="4" name="Picture Placeholder 2">
            <a:extLst>
              <a:ext uri="{223B8B47-E0C2-42F1-B038-291EBC33662D}">
                <a16:creationId xmlns:a16="http://schemas.microsoft.com/office/drawing/2010/main" id="{4DF5316A-4B27-405E-A911-3D9988C51F11}"/>
              </a:ext>
            </a:extLst>
          </p:cNvPr>
          <p:cNvSpPr>
            <a:spLocks noGrp="true"/>
          </p:cNvSpPr>
          <p:nvPr>
            <p:ph idx="1" type="pic"/>
          </p:nvPr>
        </p:nvSpPr>
        <p:spPr>
          <a:xfrm rot="0">
            <a:off x="1238250" y="1257300"/>
            <a:ext cx="2186825"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5" name="Content Placeholder 2">
            <a:extLst>
              <a:ext uri="{A626B0B9-24F8-47A8-A4B2-02783C2E947A}">
                <a16:creationId xmlns:a16="http://schemas.microsoft.com/office/drawing/2010/main" id="{14F0E1CE-0589-4537-8B17-2404E5EFCD68}"/>
              </a:ext>
            </a:extLst>
          </p:cNvPr>
          <p:cNvSpPr>
            <a:spLocks noGrp="true"/>
          </p:cNvSpPr>
          <p:nvPr>
            <p:ph idx="2" type="body"/>
          </p:nvPr>
        </p:nvSpPr>
        <p:spPr>
          <a:xfrm rot="0">
            <a:off x="1238250" y="4000500"/>
            <a:ext cx="2190750" cy="381000"/>
          </a:xfrm>
          <a:prstGeom prst="rect">
            <a:avLst/>
          </a:prstGeom>
        </p:spPr>
        <p:txBody>
          <a:bodyPr anchor="t" rtlCol="0">
            <a:normAutofit/>
          </a:bodyPr>
          <a:lstStyle>
            <a:lvl1pPr algn="ctr" indent="0" lvl="0" marL="0">
              <a:buNone/>
            </a:lvl1pPr>
            <a:lvl2pPr lvl="1"/>
            <a:lvl3pPr lvl="2"/>
            <a:lvl4pPr lvl="3"/>
            <a:lvl5pPr lvl="4"/>
          </a:lstStyle>
          <a:p>
            <a:pPr lvl="0"/>
            <a:r>
              <a:rPr dirty="0" lang="en-US"/>
              <a:t>Click to edit Master text styles</a:t>
            </a:r>
            <a:endParaRPr dirty="0" lang="en-US"/>
          </a:p>
        </p:txBody>
      </p:sp>
      <p:sp>
        <p:nvSpPr>
          <p:cNvPr id="6" name="Picture Placeholder 2">
            <a:extLst>
              <a:ext uri="{08068BB2-4F93-4659-963A-E2B1CF90E8DF}">
                <a16:creationId xmlns:a16="http://schemas.microsoft.com/office/drawing/2010/main" id="{4C2CA0ED-D876-49AD-ADFD-B32D3485C644}"/>
              </a:ext>
            </a:extLst>
          </p:cNvPr>
          <p:cNvSpPr>
            <a:spLocks noGrp="true"/>
          </p:cNvSpPr>
          <p:nvPr>
            <p:ph idx="3" type="pic"/>
          </p:nvPr>
        </p:nvSpPr>
        <p:spPr>
          <a:xfrm rot="0">
            <a:off x="3810000" y="1238250"/>
            <a:ext cx="2195217"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7" name="Content Placeholder 2">
            <a:extLst>
              <a:ext uri="{7DCCB58D-BBA8-4B28-8040-074914985387}">
                <a16:creationId xmlns:a16="http://schemas.microsoft.com/office/drawing/2010/main" id="{35539C22-59E1-4981-84FB-49F5C6769F44}"/>
              </a:ext>
            </a:extLst>
          </p:cNvPr>
          <p:cNvSpPr>
            <a:spLocks noGrp="true"/>
          </p:cNvSpPr>
          <p:nvPr>
            <p:ph idx="4" type="body"/>
          </p:nvPr>
        </p:nvSpPr>
        <p:spPr>
          <a:xfrm rot="0">
            <a:off x="3810000" y="4000500"/>
            <a:ext cx="2190750" cy="381000"/>
          </a:xfrm>
          <a:prstGeom prst="rect">
            <a:avLst/>
          </a:prstGeom>
        </p:spPr>
        <p:txBody>
          <a:bodyPr anchor="t" rtlCol="0">
            <a:normAutofit/>
          </a:bodyPr>
          <a:lstStyle>
            <a:lvl1pPr algn="ctr" indent="0" lvl="0" marL="0">
              <a:buNone/>
            </a:lvl1pPr>
            <a:lvl2pPr lvl="1"/>
            <a:lvl3pPr lvl="2"/>
            <a:lvl4pPr lvl="3"/>
            <a:lvl5pPr lvl="4"/>
          </a:lstStyle>
          <a:p>
            <a:pPr lvl="0"/>
            <a:r>
              <a:rPr dirty="0" lang="en-US"/>
              <a:t>Click to edit Master text styles</a:t>
            </a:r>
            <a:endParaRPr dirty="0" lang="en-US"/>
          </a:p>
        </p:txBody>
      </p:sp>
      <p:sp>
        <p:nvSpPr>
          <p:cNvPr id="8" name="Picture Placeholder 2">
            <a:extLst>
              <a:ext uri="{EABF7096-17E9-49B2-9CA3-50EFBAC2D0E0}">
                <a16:creationId xmlns:a16="http://schemas.microsoft.com/office/drawing/2010/main" id="{5CAB2338-3287-4CB4-AFB3-5350B32916E0}"/>
              </a:ext>
            </a:extLst>
          </p:cNvPr>
          <p:cNvSpPr>
            <a:spLocks noGrp="true"/>
          </p:cNvSpPr>
          <p:nvPr>
            <p:ph idx="5" type="pic"/>
          </p:nvPr>
        </p:nvSpPr>
        <p:spPr>
          <a:xfrm rot="0">
            <a:off x="6381750" y="1238250"/>
            <a:ext cx="2190750"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9" name="Content Placeholder 2">
            <a:extLst>
              <a:ext uri="{7E06CF4D-9A0D-40B4-B7F8-C2F8E2ACBC00}">
                <a16:creationId xmlns:a16="http://schemas.microsoft.com/office/drawing/2010/main" id="{CFA86E11-CFB2-45AC-AEC8-DAADC600286F}"/>
              </a:ext>
            </a:extLst>
          </p:cNvPr>
          <p:cNvSpPr>
            <a:spLocks noGrp="true"/>
          </p:cNvSpPr>
          <p:nvPr>
            <p:ph idx="6" type="body"/>
          </p:nvPr>
        </p:nvSpPr>
        <p:spPr>
          <a:xfrm rot="0">
            <a:off x="6381750" y="4000500"/>
            <a:ext cx="2190750" cy="381000"/>
          </a:xfrm>
          <a:prstGeom prst="rect">
            <a:avLst/>
          </a:prstGeom>
        </p:spPr>
        <p:txBody>
          <a:bodyPr anchor="t" rtlCol="0">
            <a:noAutofit/>
          </a:bodyPr>
          <a:lstStyle>
            <a:lvl1pPr algn="ctr" indent="0" lvl="0" marL="0">
              <a:buNone/>
            </a:lvl1pPr>
            <a:lvl2pPr lvl="1"/>
            <a:lvl3pPr lvl="2"/>
            <a:lvl4pPr lvl="3"/>
            <a:lvl5pPr lvl="4"/>
          </a:lstStyle>
          <a:p>
            <a:pPr lvl="0"/>
            <a:r>
              <a:rPr dirty="0" lang="en-US"/>
              <a:t>Click to edit Master text styles</a:t>
            </a:r>
            <a:endParaRPr dirty="0" lang="en-US"/>
          </a:p>
        </p:txBody>
      </p:sp>
      <p:sp>
        <p:nvSpPr>
          <p:cNvPr hidden="false" id="10" name="Slide Number Placeholder 4">
            <a:extLst>
              <a:ext uri="{B94A24BB-EE3B-4F16-A01C-26425ED68303}">
                <a16:creationId xmlns:a16="http://schemas.microsoft.com/office/drawing/2010/main" id="{023D2142-3A9B-4F12-B440-5BB047A96BB6}"/>
              </a:ext>
            </a:extLst>
          </p:cNvPr>
          <p:cNvSpPr>
            <a:spLocks noGrp="true"/>
          </p:cNvSpPr>
          <p:nvPr>
            <p:ph idx="12" sz="quarter" type="sldNum"/>
          </p:nvPr>
        </p:nvSpPr>
        <p:spPr/>
        <p:txBody>
          <a:bodyPr rtlCol="0"/>
          <a:lstStyle/>
          <a:p>
            <a:pPr/>
            <a:r>
              <a:rPr dirty="0" lang="en-US"/>
              <a:t>&lt;#&gt;</a:t>
            </a:r>
            <a:endParaRPr dirty="0" lang="en-US"/>
          </a:p>
        </p:txBody>
      </p:sp>
      <p:sp>
        <p:nvSpPr>
          <p:cNvPr hidden="false" id="11" name="Footer Placeholder 3">
            <a:extLst>
              <a:ext uri="{865C9DC2-7BDB-4B4C-AF4C-9C7C247560FE}">
                <a16:creationId xmlns:a16="http://schemas.microsoft.com/office/drawing/2010/main" id="{0EFADF73-1DB2-4E76-8D2D-015C53E2CA46}"/>
              </a:ext>
            </a:extLst>
          </p:cNvPr>
          <p:cNvSpPr>
            <a:spLocks noGrp="true"/>
          </p:cNvSpPr>
          <p:nvPr>
            <p:ph idx="11" sz="quarter" type="ftr"/>
          </p:nvPr>
        </p:nvSpPr>
        <p:spPr/>
        <p:txBody>
          <a:bodyPr rtlCol="0"/>
          <a:lstStyle/>
          <a:p>
            <a:pPr/>
            <a:r>
              <a:rPr dirty="0" lang="en-US"/>
              <a:t>Footer</a:t>
            </a:r>
            <a:endParaRPr dirty="0" lang="en-US"/>
          </a:p>
        </p:txBody>
      </p:sp>
      <p:sp>
        <p:nvSpPr>
          <p:cNvPr hidden="false" id="12" name="Date Placeholder 1">
            <a:extLst>
              <a:ext uri="{B1B6BD82-1991-4C5D-9964-FA0F7909E5A8}">
                <a16:creationId xmlns:a16="http://schemas.microsoft.com/office/drawing/2010/main" id="{797DC71B-D12D-41C7-81A8-743517B23EEB}"/>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400450E8-B002-476C-B072-3DE2568AF83F}">
        <p14:creationId xmlns:p14="http://schemas.microsoft.com/office/powerpoint/2010/main" val="1784042247760"/>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 and Images">
    <p:spTree>
      <p:nvGrpSpPr>
        <p:cNvPr id="1" name=""/>
        <p:cNvGrpSpPr/>
        <p:nvPr/>
      </p:nvGrpSpPr>
      <p:grpSpPr>
        <a:xfrm>
          <a:off x="0" y="0"/>
          <a:ext cx="0" cy="0"/>
          <a:chOff x="0" y="0"/>
          <a:chExt cx="0" cy="0"/>
        </a:xfrm>
      </p:grpSpPr>
      <p:sp>
        <p:nvSpPr>
          <p:cNvPr id="2" name="Title 1">
            <a:extLst>
              <a:ext uri="{CF469257-4ABA-4D06-93E6-C1D711761382}">
                <a16:creationId xmlns:a16="http://schemas.microsoft.com/office/drawing/2010/main" id="{EBF2C8B8-61FA-4E09-94EA-FF2CF1AE57E6}"/>
              </a:ext>
            </a:extLst>
          </p:cNvPr>
          <p:cNvSpPr>
            <a:spLocks noGrp="true"/>
          </p:cNvSpPr>
          <p:nvPr>
            <p:ph type="title"/>
          </p:nvPr>
        </p:nvSpPr>
        <p:spPr>
          <a:xfrm rot="0">
            <a:off x="571500" y="381000"/>
            <a:ext cx="8096250" cy="476250"/>
          </a:xfrm>
        </p:spPr>
        <p:txBody>
          <a:bodyPr anchor="b" rtlCol="0"/>
          <a:lstStyle>
            <a:lvl1pPr algn="ctr" lvl="0"/>
          </a:lstStyle>
          <a:p>
            <a:pPr/>
            <a:r>
              <a:rPr dirty="0" lang="en-US"/>
              <a:t>Click to edit Master title style</a:t>
            </a:r>
            <a:endParaRPr dirty="0" lang="en-US"/>
          </a:p>
        </p:txBody>
      </p:sp>
      <p:sp>
        <p:nvSpPr>
          <p:cNvPr id="3" name="Picture Placeholder 2">
            <a:extLst>
              <a:ext uri="{3E7B0585-911A-4909-9C6E-4D7103421795}">
                <a16:creationId xmlns:a16="http://schemas.microsoft.com/office/drawing/2010/main" id="{07B8EDB8-A63D-415C-9B69-89F8917B8B97}"/>
              </a:ext>
            </a:extLst>
          </p:cNvPr>
          <p:cNvSpPr>
            <a:spLocks noGrp="true"/>
          </p:cNvSpPr>
          <p:nvPr>
            <p:ph idx="1" type="pic"/>
          </p:nvPr>
        </p:nvSpPr>
        <p:spPr>
          <a:xfrm rot="0">
            <a:off x="571500" y="1238250"/>
            <a:ext cx="1809750"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4" name="Picture Placeholder 2">
            <a:extLst>
              <a:ext uri="{DF34AA5D-663A-4A5F-9119-138476EDC95C}">
                <a16:creationId xmlns:a16="http://schemas.microsoft.com/office/drawing/2010/main" id="{9C9196EF-CF9F-4913-91D2-61762A4A0164}"/>
              </a:ext>
            </a:extLst>
          </p:cNvPr>
          <p:cNvSpPr>
            <a:spLocks noGrp="true"/>
          </p:cNvSpPr>
          <p:nvPr>
            <p:ph idx="2" type="pic"/>
          </p:nvPr>
        </p:nvSpPr>
        <p:spPr>
          <a:xfrm rot="0">
            <a:off x="2667000" y="1238250"/>
            <a:ext cx="1809750"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5" name="Picture Placeholder 2">
            <a:extLst>
              <a:ext uri="{DC768FD0-CF59-4188-B90D-82A4688C180B}">
                <a16:creationId xmlns:a16="http://schemas.microsoft.com/office/drawing/2010/main" id="{65A4C7D2-37C7-4BDA-B452-6F33B74D94CC}"/>
              </a:ext>
            </a:extLst>
          </p:cNvPr>
          <p:cNvSpPr>
            <a:spLocks noGrp="true"/>
          </p:cNvSpPr>
          <p:nvPr>
            <p:ph idx="3" type="pic"/>
          </p:nvPr>
        </p:nvSpPr>
        <p:spPr>
          <a:xfrm rot="0">
            <a:off x="4739087" y="1233820"/>
            <a:ext cx="1809750"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id="6" name="Picture Placeholder 2">
            <a:extLst>
              <a:ext uri="{2D3E9CE7-7D91-4127-AAE3-191C2B91D18F}">
                <a16:creationId xmlns:a16="http://schemas.microsoft.com/office/drawing/2010/main" id="{69956D69-19F6-4DB1-B71F-CE898ED49E22}"/>
              </a:ext>
            </a:extLst>
          </p:cNvPr>
          <p:cNvSpPr>
            <a:spLocks noGrp="true"/>
          </p:cNvSpPr>
          <p:nvPr>
            <p:ph idx="4" type="pic"/>
          </p:nvPr>
        </p:nvSpPr>
        <p:spPr>
          <a:xfrm rot="0">
            <a:off x="6848570" y="1143000"/>
            <a:ext cx="1809750" cy="2476500"/>
          </a:xfrm>
          <a:prstGeom prst="round2DiagRect">
            <a:avLst>
              <a:gd fmla="val 50000" name="adj1"/>
              <a:gd fmla="val 0" name="adj2"/>
            </a:avLst>
          </a:prstGeom>
          <a:solidFill>
            <a:schemeClr val="accent3">
              <a:alpha val="19999"/>
            </a:schemeClr>
          </a:solidFill>
          <a:ln w="38100">
            <a:noFill/>
            <a:miter lim="800000"/>
          </a:ln>
        </p:spPr>
        <p:txBody>
          <a:bodyPr rtlCol="0"/>
          <a:lstStyle/>
          <a:p>
            <a:pPr/>
            <a:r>
              <a:rPr dirty="0" lang="en-US"/>
              <a:t>Click icon to add picture</a:t>
            </a:r>
            <a:endParaRPr dirty="0" lang="en-US"/>
          </a:p>
        </p:txBody>
      </p:sp>
      <p:sp>
        <p:nvSpPr>
          <p:cNvPr hidden="false" id="7" name="Slide Number Placeholder 4">
            <a:extLst>
              <a:ext uri="{2538EF5B-EC8B-4937-BD2B-A5AD5C42F5B7}">
                <a16:creationId xmlns:a16="http://schemas.microsoft.com/office/drawing/2010/main" id="{46E2A8DC-4E55-45EE-AF37-8F58646DB8E7}"/>
              </a:ext>
            </a:extLst>
          </p:cNvPr>
          <p:cNvSpPr>
            <a:spLocks noGrp="true"/>
          </p:cNvSpPr>
          <p:nvPr>
            <p:ph idx="12" sz="quarter" type="sldNum"/>
          </p:nvPr>
        </p:nvSpPr>
        <p:spPr/>
        <p:txBody>
          <a:bodyPr rtlCol="0"/>
          <a:lstStyle/>
          <a:p>
            <a:pPr/>
            <a:r>
              <a:rPr dirty="0" lang="en-US"/>
              <a:t>&lt;#&gt;</a:t>
            </a:r>
            <a:endParaRPr dirty="0" lang="en-US"/>
          </a:p>
        </p:txBody>
      </p:sp>
      <p:sp>
        <p:nvSpPr>
          <p:cNvPr hidden="false" id="8" name="Footer Placeholder 3">
            <a:extLst>
              <a:ext uri="{3CA4F4BA-C8B3-41EC-BEE1-584BF9A63E55}">
                <a16:creationId xmlns:a16="http://schemas.microsoft.com/office/drawing/2010/main" id="{A4A23F71-6CE1-4182-ABED-C582268DD99D}"/>
              </a:ext>
            </a:extLst>
          </p:cNvPr>
          <p:cNvSpPr>
            <a:spLocks noGrp="true"/>
          </p:cNvSpPr>
          <p:nvPr>
            <p:ph idx="11" sz="quarter" type="ftr"/>
          </p:nvPr>
        </p:nvSpPr>
        <p:spPr/>
        <p:txBody>
          <a:bodyPr rtlCol="0"/>
          <a:lstStyle/>
          <a:p>
            <a:pPr/>
            <a:r>
              <a:rPr dirty="0" lang="en-US"/>
              <a:t>Footer</a:t>
            </a:r>
            <a:endParaRPr dirty="0" lang="en-US"/>
          </a:p>
        </p:txBody>
      </p:sp>
      <p:sp>
        <p:nvSpPr>
          <p:cNvPr hidden="false" id="9" name="Date Placeholder 1">
            <a:extLst>
              <a:ext uri="{ED264B0E-629A-4C02-808E-67E827D07677}">
                <a16:creationId xmlns:a16="http://schemas.microsoft.com/office/drawing/2010/main" id="{B46D9C7C-05CB-47F6-B2FA-794164806CB4}"/>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C2E8C7BF-1BF2-4D00-BDAA-7BF61C28FF98}">
        <p14:creationId xmlns:p14="http://schemas.microsoft.com/office/powerpoint/2010/main" val="1784042247762"/>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tags/tag1.xml" Type="http://schemas.openxmlformats.org/officeDocument/2006/relationships/tags"/></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Ref idx="1001">
        <a:schemeClr val="bg2"/>
      </p:bgRef>
    </p:bg>
    <p:spTree>
      <p:nvGrpSpPr>
        <p:cNvPr id="1" name=""/>
        <p:cNvGrpSpPr/>
        <p:nvPr/>
      </p:nvGrpSpPr>
      <p:grpSpPr>
        <a:xfrm>
          <a:off x="0" y="0"/>
          <a:ext cx="0" cy="0"/>
          <a:chOff x="0" y="0"/>
          <a:chExt cx="0" cy="0"/>
        </a:xfrm>
      </p:grpSpPr>
      <p:sp>
        <p:nvSpPr>
          <p:cNvPr id="2" name="Title Placeholder 1">
            <a:extLst>
              <a:ext uri="{7D745BED-37AE-447C-92F3-62857BC2EC25}">
                <a16:creationId xmlns:a16="http://schemas.microsoft.com/office/drawing/2010/main" id="{5BF8F009-0201-41B7-A55F-0C07E9038A86}"/>
              </a:ext>
            </a:extLst>
          </p:cNvPr>
          <p:cNvSpPr>
            <a:spLocks noGrp="true"/>
          </p:cNvSpPr>
          <p:nvPr>
            <p:ph type="title"/>
          </p:nvPr>
        </p:nvSpPr>
        <p:spPr>
          <a:xfrm rot="0">
            <a:off x="762000" y="349045"/>
            <a:ext cx="7620000" cy="857250"/>
          </a:xfrm>
          <a:prstGeom prst="rect">
            <a:avLst/>
          </a:prstGeom>
        </p:spPr>
        <p:txBody>
          <a:bodyPr anchor="b" bIns="45720" lIns="91440" rIns="91440" rtlCol="0" tIns="45720">
            <a:noAutofit/>
          </a:bodyPr>
          <a:lstStyle/>
          <a:p>
            <a:pPr/>
            <a:r>
              <a:rPr dirty="0" lang="en-US"/>
              <a:t>Click to edit Master title style</a:t>
            </a:r>
            <a:endParaRPr dirty="0" lang="en-US"/>
          </a:p>
        </p:txBody>
      </p:sp>
      <p:sp>
        <p:nvSpPr>
          <p:cNvPr id="3" name="Text Placeholder 2">
            <a:extLst>
              <a:ext uri="{7C1926C6-B296-43A9-A507-54031C3B685F}">
                <a16:creationId xmlns:a16="http://schemas.microsoft.com/office/drawing/2010/main" id="{BAFBB07B-FFB3-4CE3-8236-885B50C1C773}"/>
              </a:ext>
            </a:extLst>
          </p:cNvPr>
          <p:cNvSpPr>
            <a:spLocks noGrp="true"/>
          </p:cNvSpPr>
          <p:nvPr>
            <p:ph idx="1" type="body"/>
          </p:nvPr>
        </p:nvSpPr>
        <p:spPr>
          <a:xfrm rot="0">
            <a:off x="762000" y="1428750"/>
            <a:ext cx="7620000" cy="3048000"/>
          </a:xfrm>
          <a:prstGeom prst="rect">
            <a:avLst/>
          </a:prstGeom>
        </p:spPr>
        <p:txBody>
          <a:bodyPr bIns="45720" lIns="91440" rIns="91440" rtlCol="0" tIns="93600">
            <a:normAutofit fontScale="100000" lnSpcReduction="0"/>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4" name="Slide Number Placeholder 5">
            <a:extLst>
              <a:ext uri="{CC25B300-FC9A-4291-8EFE-2A2198149F0A}">
                <a16:creationId xmlns:a16="http://schemas.microsoft.com/office/drawing/2010/main" id="{06DD58AB-4E56-4A85-8EDA-D7A3EA2535ED}"/>
              </a:ext>
            </a:extLst>
          </p:cNvPr>
          <p:cNvSpPr>
            <a:spLocks noGrp="true"/>
          </p:cNvSpPr>
          <p:nvPr>
            <p:ph idx="4" sz="quarter" type="sldNum"/>
          </p:nvPr>
        </p:nvSpPr>
        <p:spPr>
          <a:xfrm rot="0">
            <a:off x="7767815" y="4695033"/>
            <a:ext cx="613018" cy="285750"/>
          </a:xfrm>
          <a:prstGeom prst="rect">
            <a:avLst/>
          </a:prstGeom>
        </p:spPr>
        <p:txBody>
          <a:bodyPr anchor="ctr" bIns="45720" lIns="91440" rIns="91440" rtlCol="0" tIns="45720"/>
          <a:lstStyle>
            <a:lvl1pPr algn="r" lvl="0">
              <a:defRPr b="0" dirty="0" i="0" lang="en-US" sz="600">
                <a:solidFill>
                  <a:schemeClr val="tx1">
                    <a:lumMod val="50000"/>
                    <a:lumOff val="50000"/>
                  </a:schemeClr>
                </a:solidFill>
                <a:latin typeface="+mn-lt"/>
              </a:defRPr>
            </a:lvl1pPr>
          </a:lstStyle>
          <a:p>
            <a:pPr/>
            <a:r>
              <a:rPr dirty="0" lang="en-US"/>
              <a:t>&lt;#&gt;</a:t>
            </a:r>
            <a:endParaRPr dirty="0" lang="en-US"/>
          </a:p>
        </p:txBody>
      </p:sp>
      <p:sp>
        <p:nvSpPr>
          <p:cNvPr hidden="false" id="5" name="Footer Placeholder 4">
            <a:extLst>
              <a:ext uri="{0115CAE8-0B1C-4006-AA14-F54E7D5FF33B}">
                <a16:creationId xmlns:a16="http://schemas.microsoft.com/office/drawing/2010/main" id="{E143DADD-4B9A-44C8-A23A-600C71D7C0DD}"/>
              </a:ext>
            </a:extLst>
          </p:cNvPr>
          <p:cNvSpPr>
            <a:spLocks noGrp="true"/>
          </p:cNvSpPr>
          <p:nvPr>
            <p:ph idx="3" sz="quarter" type="ftr"/>
          </p:nvPr>
        </p:nvSpPr>
        <p:spPr>
          <a:xfrm rot="0">
            <a:off x="2495550" y="4686300"/>
            <a:ext cx="5181600" cy="285750"/>
          </a:xfrm>
          <a:prstGeom prst="rect">
            <a:avLst/>
          </a:prstGeom>
        </p:spPr>
        <p:txBody>
          <a:bodyPr anchor="ctr" bIns="45720" lIns="91440" rIns="91440" rtlCol="0" tIns="45720"/>
          <a:lstStyle>
            <a:lvl1pPr algn="ctr" lvl="0">
              <a:defRPr b="0" dirty="0" i="0" lang="en-US" sz="600">
                <a:solidFill>
                  <a:schemeClr val="tx1">
                    <a:lumMod val="50000"/>
                    <a:lumOff val="50000"/>
                  </a:schemeClr>
                </a:solidFill>
                <a:latin typeface="+mn-lt"/>
              </a:defRPr>
            </a:lvl1pPr>
          </a:lstStyle>
          <a:p>
            <a:pPr/>
            <a:r>
              <a:rPr dirty="0" lang="en-US"/>
              <a:t>Footer</a:t>
            </a:r>
            <a:endParaRPr dirty="0" lang="en-US"/>
          </a:p>
        </p:txBody>
      </p:sp>
      <p:sp>
        <p:nvSpPr>
          <p:cNvPr hidden="false" id="6" name="Date Placeholder 3">
            <a:extLst>
              <a:ext uri="{54D99CD1-D1E5-45D0-B6D0-FDDF5B223E8C}">
                <a16:creationId xmlns:a16="http://schemas.microsoft.com/office/drawing/2010/main" id="{5A8C9F71-B96A-4794-8CB0-E9352A286926}"/>
              </a:ext>
            </a:extLst>
          </p:cNvPr>
          <p:cNvSpPr>
            <a:spLocks noGrp="true"/>
          </p:cNvSpPr>
          <p:nvPr>
            <p:ph idx="2" sz="half" type="dt"/>
          </p:nvPr>
        </p:nvSpPr>
        <p:spPr>
          <a:xfrm rot="0">
            <a:off x="762000" y="4695033"/>
            <a:ext cx="1639570" cy="285750"/>
          </a:xfrm>
          <a:prstGeom prst="rect">
            <a:avLst/>
          </a:prstGeom>
        </p:spPr>
        <p:txBody>
          <a:bodyPr anchor="ctr" bIns="45720" lIns="91440" rIns="91440" rtlCol="0" tIns="45720"/>
          <a:lstStyle>
            <a:lvl1pPr algn="l" lvl="0">
              <a:defRPr b="0" dirty="0" i="0" lang="en-US" sz="600">
                <a:solidFill>
                  <a:schemeClr val="tx1">
                    <a:lumMod val="50000"/>
                    <a:lumOff val="50000"/>
                  </a:schemeClr>
                </a:solidFill>
                <a:latin typeface="+mn-lt"/>
              </a:defRPr>
            </a:lvl1pPr>
          </a:lstStyle>
          <a:p>
            <a:pPr/>
            <a:r>
              <a:rPr dirty="0" lang="en-US"/>
              <a:t>Date</a:t>
            </a:r>
            <a:endParaRPr dirty="0" lang="en-US"/>
          </a:p>
        </p:txBody>
      </p:sp>
    </p:spTree>
    <p:custDataLst>
      <p:tags r:id="rId13"/>
    </p:custData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l" lvl="0" rtl="false">
        <a:lnSpc>
          <a:spcPct val="100000"/>
        </a:lnSpc>
        <a:spcBef>
          <a:spcPct val="0"/>
        </a:spcBef>
        <a:buNone/>
        <a:defRPr b="1" dirty="0" i="0" lang="en-US" sz="3200">
          <a:solidFill>
            <a:schemeClr val="tx1"/>
          </a:solidFill>
          <a:latin typeface="+mj-lt"/>
        </a:defRPr>
      </a:lvl1pPr>
    </p:titleStyle>
    <p:bodyStyle>
      <a:lvl1pPr algn="l" indent="-342900" lvl="0" marL="342900" rtl="false">
        <a:spcBef>
          <a:spcPts val="1200"/>
        </a:spcBef>
        <a:buChar char="•"/>
        <a:buClr>
          <a:schemeClr val="accent1"/>
        </a:buClr>
        <a:buFont typeface="Arial"/>
        <a:defRPr dirty="0" i="0" lang="en-US" sz="1600">
          <a:solidFill>
            <a:schemeClr val="tx1"/>
          </a:solidFill>
          <a:latin typeface="Averia Serif Libre-light"/>
        </a:defRPr>
      </a:lvl1pPr>
      <a:lvl2pPr algn="l" indent="-285750" lvl="1" marL="742950" rtl="false">
        <a:spcBef>
          <a:spcPts val="300"/>
        </a:spcBef>
        <a:buChar char="•"/>
        <a:buClr>
          <a:schemeClr val="accent1"/>
        </a:buClr>
        <a:buFont typeface="Arial"/>
        <a:defRPr dirty="0" i="0" lang="en-US" sz="1400">
          <a:solidFill>
            <a:schemeClr val="tx1">
              <a:lumMod val="85000"/>
              <a:lumOff val="15000"/>
            </a:schemeClr>
          </a:solidFill>
          <a:latin typeface="Averia Serif Libre-light"/>
        </a:defRPr>
      </a:lvl2pPr>
      <a:lvl3pPr algn="l" indent="-228600" lvl="2" marL="1143000" rtl="false">
        <a:spcBef>
          <a:spcPts val="300"/>
        </a:spcBef>
        <a:buChar char="•"/>
        <a:buClr>
          <a:schemeClr val="accent1"/>
        </a:buClr>
        <a:buFont typeface="Arial"/>
        <a:defRPr dirty="0" i="0" lang="en-US" sz="1200">
          <a:solidFill>
            <a:schemeClr val="tx1">
              <a:lumMod val="75000"/>
              <a:lumOff val="25000"/>
            </a:schemeClr>
          </a:solidFill>
          <a:latin typeface="Averia Serif Libre-light"/>
        </a:defRPr>
      </a:lvl3pPr>
      <a:lvl4pPr algn="l" indent="-228600" lvl="3" marL="1600200" rtl="false">
        <a:spcBef>
          <a:spcPts val="300"/>
        </a:spcBef>
        <a:buChar char="•"/>
        <a:buClr>
          <a:schemeClr val="accent1"/>
        </a:buClr>
        <a:buFont typeface="Arial"/>
        <a:defRPr dirty="0" i="0" lang="en-US" sz="1000">
          <a:solidFill>
            <a:schemeClr val="tx1">
              <a:lumMod val="65000"/>
              <a:lumOff val="35000"/>
            </a:schemeClr>
          </a:solidFill>
          <a:latin typeface="Averia Serif Libre-light"/>
        </a:defRPr>
      </a:lvl4pPr>
      <a:lvl5pPr algn="l" indent="-228600" lvl="4" marL="2057400" rtl="false">
        <a:spcBef>
          <a:spcPts val="300"/>
        </a:spcBef>
        <a:buChar char="•"/>
        <a:buClr>
          <a:schemeClr val="accent1"/>
        </a:buClr>
        <a:buFont typeface="Arial"/>
        <a:defRPr dirty="0" i="0" lang="en-US" sz="900">
          <a:solidFill>
            <a:schemeClr val="tx1">
              <a:lumMod val="50000"/>
              <a:lumOff val="50000"/>
            </a:schemeClr>
          </a:solidFill>
          <a:latin typeface="Averia Serif Libre-light"/>
        </a:defRPr>
      </a:lvl5pPr>
      <a:lvl6pPr algn="l" indent="-228600" lvl="5" marL="2514600" rtl="false">
        <a:spcBef>
          <a:spcPct val="20000"/>
        </a:spcBef>
        <a:buChar char="-"/>
        <a:buClr>
          <a:schemeClr val="accent1"/>
        </a:buClr>
        <a:buFont typeface="Arial"/>
        <a:defRPr b="0" dirty="0" i="0" lang="en-US" sz="900">
          <a:solidFill>
            <a:schemeClr val="tx1">
              <a:lumMod val="50000"/>
              <a:lumOff val="50000"/>
            </a:schemeClr>
          </a:solidFill>
          <a:latin typeface="+mn-lt"/>
        </a:defRPr>
      </a:lvl6pPr>
      <a:lvl7pPr algn="l" indent="-228600" lvl="6" marL="2971800" rtl="false">
        <a:spcBef>
          <a:spcPct val="20000"/>
        </a:spcBef>
        <a:buChar char="-"/>
        <a:buClr>
          <a:schemeClr val="accent1"/>
        </a:buClr>
        <a:buFont typeface="Arial"/>
        <a:defRPr b="0" dirty="0" i="0" lang="en-US" sz="900">
          <a:solidFill>
            <a:schemeClr val="tx1">
              <a:lumMod val="50000"/>
              <a:lumOff val="50000"/>
            </a:schemeClr>
          </a:solidFill>
          <a:latin typeface="+mn-lt"/>
        </a:defRPr>
      </a:lvl7pPr>
      <a:lvl8pPr algn="l" indent="-228600" lvl="7" marL="3429000" rtl="false">
        <a:spcBef>
          <a:spcPct val="20000"/>
        </a:spcBef>
        <a:buChar char="-"/>
        <a:buClr>
          <a:schemeClr val="accent1"/>
        </a:buClr>
        <a:buFont typeface="Arial"/>
        <a:defRPr b="0" dirty="0" i="0" lang="en-US" sz="900">
          <a:solidFill>
            <a:schemeClr val="tx1">
              <a:lumMod val="50000"/>
              <a:lumOff val="50000"/>
            </a:schemeClr>
          </a:solidFill>
          <a:latin typeface="+mn-lt"/>
        </a:defRPr>
      </a:lvl8pPr>
      <a:lvl9pPr algn="l" indent="-228600" lvl="8" marL="3886200" rtl="false">
        <a:spcBef>
          <a:spcPct val="20000"/>
        </a:spcBef>
        <a:buChar char="-"/>
        <a:buClr>
          <a:schemeClr val="accent1"/>
        </a:buClr>
        <a:buFont typeface="Arial"/>
        <a:defRPr b="0" dirty="0" i="0" lang="en-US" sz="900">
          <a:solidFill>
            <a:schemeClr val="tx1">
              <a:lumMod val="50000"/>
              <a:lumOff val="50000"/>
            </a:schemeClr>
          </a:solidFill>
          <a:latin typeface="+mn-lt"/>
        </a:defRPr>
      </a:lvl9pPr>
    </p:bodyStyle>
    <p:otherStyle>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no"?><Relationships xmlns="http://schemas.openxmlformats.org/package/2006/relationships"><Relationship Id="rId2" Target="https://github.com/Abhishek-S0111/Ultra-Small-Language-Models-BenchMarked/" TargetMode="External" Type="http://schemas.openxmlformats.org/officeDocument/2006/relationships/hyperlink"/><Relationship Id="rId3" Target="https://github.com/Abhishek-S0111/Ultra-Small-Language-Models-BenchMarked/" TargetMode="External" Type="http://schemas.openxmlformats.org/officeDocument/2006/relationships/hyperlink"/><Relationship Id="rId1" Target="../slideLayouts/slideLayout2.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no"?><Relationships xmlns="http://schemas.openxmlformats.org/package/2006/relationships"><Relationship Id="rId2" Target="https://github.com/Abhishek-S0111/Pipeline-to-Gather-Audio-Transcript-Datasets-from-Youtube" TargetMode="External" Type="http://schemas.openxmlformats.org/officeDocument/2006/relationships/hyperlink"/><Relationship Id="rId3" Target="https://github.com/Abhishek-S0111/Pipeline-to-Gather-Audio-Transcript-Datasets-from-Youtube" TargetMode="External" Type="http://schemas.openxmlformats.org/officeDocument/2006/relationships/hyperlink"/><Relationship Id="rId1" Target="../slideLayouts/slideLayout2.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no"?><Relationships xmlns="http://schemas.openxmlformats.org/package/2006/relationships"><Relationship Id="rId2" Target="../media/image8.png" Type="http://schemas.openxmlformats.org/officeDocument/2006/relationships/image"/><Relationship Id="rId1" Target="../slideLayouts/slideLayout2.xml" Type="http://schemas.openxmlformats.org/officeDocument/2006/relationships/slideLayout"/></Relationships>
</file>

<file path=ppt/slides/_rels/slide11.xml.rels><?xml version="1.0" encoding="UTF-8" standalone="no"?><Relationships xmlns="http://schemas.openxmlformats.org/package/2006/relationships"><Relationship Id="rId2" Target="../media/image12.png" Type="http://schemas.openxmlformats.org/officeDocument/2006/relationships/image"/><Relationship Id="rId1" Target="../slideLayouts/slideLayout2.xml" Type="http://schemas.openxmlformats.org/officeDocument/2006/relationships/slideLayout"/></Relationships>
</file>

<file path=ppt/slides/_rels/slide12.xml.rels><?xml version="1.0" encoding="UTF-8" standalone="no"?><Relationships xmlns="http://schemas.openxmlformats.org/package/2006/relationships"><Relationship Id="rId2" Target="../media/image13.png" Type="http://schemas.openxmlformats.org/officeDocument/2006/relationships/image"/><Relationship Id="rId1" Target="../slideLayouts/slideLayout2.xml" Type="http://schemas.openxmlformats.org/officeDocument/2006/relationships/slideLayout"/></Relationships>
</file>

<file path=ppt/slides/_rels/slide13.xml.rels><?xml version="1.0" encoding="UTF-8" standalone="no"?><Relationships xmlns="http://schemas.openxmlformats.org/package/2006/relationships"><Relationship Id="rId2" Target="../media/image9.png" Type="http://schemas.openxmlformats.org/officeDocument/2006/relationships/image"/><Relationship Id="rId3" Target="../media/image10.png" Type="http://schemas.openxmlformats.org/officeDocument/2006/relationships/image"/><Relationship Id="rId1" Target="../slideLayouts/slideLayout2.xml" Type="http://schemas.openxmlformats.org/officeDocument/2006/relationships/slideLayout"/></Relationships>
</file>

<file path=ppt/slides/_rels/slide14.xml.rels><?xml version="1.0" encoding="UTF-8" standalone="no"?><Relationships xmlns="http://schemas.openxmlformats.org/package/2006/relationships"><Relationship Id="rId2" Target="../media/image9.png" Type="http://schemas.openxmlformats.org/officeDocument/2006/relationships/image"/><Relationship Id="rId1" Target="../slideLayouts/slideLayout2.xml" Type="http://schemas.openxmlformats.org/officeDocument/2006/relationships/slideLayout"/></Relationships>
</file>

<file path=ppt/slides/_rels/slide15.xml.rels><?xml version="1.0" encoding="UTF-8" standalone="no"?><Relationships xmlns="http://schemas.openxmlformats.org/package/2006/relationships"><Relationship Id="rId2" Target="../media/image10.png" Type="http://schemas.openxmlformats.org/officeDocument/2006/relationships/image"/><Relationship Id="rId1" Target="../slideLayouts/slideLayout2.xml" Type="http://schemas.openxmlformats.org/officeDocument/2006/relationships/slideLayout"/></Relationships>
</file>

<file path=ppt/slides/_rels/slide16.xml.rels><?xml version="1.0" encoding="UTF-8" standalone="no"?><Relationships xmlns="http://schemas.openxmlformats.org/package/2006/relationships"><Relationship Id="rId2" Target="../media/image14.png" Type="http://schemas.openxmlformats.org/officeDocument/2006/relationships/image"/><Relationship Id="rId1" Target="../slideLayouts/slideLayout2.xml" Type="http://schemas.openxmlformats.org/officeDocument/2006/relationships/slideLayout"/></Relationships>
</file>

<file path=ppt/slides/_rels/slide17.xml.rels><?xml version="1.0" encoding="UTF-8" standalone="no"?><Relationships xmlns="http://schemas.openxmlformats.org/package/2006/relationships"><Relationship Id="rId2" Target="../media/image15.png" Type="http://schemas.openxmlformats.org/officeDocument/2006/relationships/image"/><Relationship Id="rId1" Target="../slideLayouts/slideLayout2.xml" Type="http://schemas.openxmlformats.org/officeDocument/2006/relationships/slideLayout"/></Relationships>
</file>

<file path=ppt/slides/_rels/slide18.xml.rels><?xml version="1.0" encoding="UTF-8" standalone="no"?><Relationships xmlns="http://schemas.openxmlformats.org/package/2006/relationships"><Relationship Id="rId2" Target="../media/image11.png" Type="http://schemas.openxmlformats.org/officeDocument/2006/relationships/image"/><Relationship Id="rId1" Target="../slideLayouts/slideLayout2.xml" Type="http://schemas.openxmlformats.org/officeDocument/2006/relationships/slideLayout"/></Relationships>
</file>

<file path=ppt/slides/_rels/slide19.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0.xml.rels><?xml version="1.0" encoding="UTF-8" standalone="no"?><Relationships xmlns="http://schemas.openxmlformats.org/package/2006/relationships"><Relationship Id="rId2" Target="https://huggingface.co/datasets/abhi8799/Punjabi-STT-Small-8H" TargetMode="External" Type="http://schemas.openxmlformats.org/officeDocument/2006/relationships/hyperlink"/><Relationship Id="rId3" Target="https://huggingface.co/datasets/abhi8799/Punjabi-STT-Small-8H" TargetMode="External" Type="http://schemas.openxmlformats.org/officeDocument/2006/relationships/hyperlink"/><Relationship Id="rId4" Target="https://huggingface.co/datasets/abhi8799/Punjabi-STT-Small-8H" TargetMode="External" Type="http://schemas.openxmlformats.org/officeDocument/2006/relationships/hyperlink"/><Relationship Id="rId5" Target="https://huggingface.co/Garden2006/whisper-large-v3-turbo-gurmukhi-lora" TargetMode="External" Type="http://schemas.openxmlformats.org/officeDocument/2006/relationships/hyperlink"/><Relationship Id="rId1" Target="../slideLayouts/slideLayout2.xml" Type="http://schemas.openxmlformats.org/officeDocument/2006/relationships/slideLayout"/></Relationships>
</file>

<file path=ppt/slides/_rels/slide21.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2.xml.rels><?xml version="1.0" encoding="UTF-8" standalone="no"?><Relationships xmlns="http://schemas.openxmlformats.org/package/2006/relationships"><Relationship Id="rId2" Target="https://huggingface.co/Garden2006/whisper-large-v3-turbo-gurmukhi-lora" TargetMode="External" Type="http://schemas.openxmlformats.org/officeDocument/2006/relationships/hyperlink"/><Relationship Id="rId3" Target="https://huggingface.co/Garden2006/whisper-large-v3-turbo-gurmukhi-lora" TargetMode="External" Type="http://schemas.openxmlformats.org/officeDocument/2006/relationships/hyperlink"/><Relationship Id="rId1" Target="../slideLayouts/slideLayout2.xml" Type="http://schemas.openxmlformats.org/officeDocument/2006/relationships/slideLayout"/></Relationships>
</file>

<file path=ppt/slides/_rels/slide23.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4.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5.xml.rels><?xml version="1.0" encoding="UTF-8" standalone="no"?><Relationships xmlns="http://schemas.openxmlformats.org/package/2006/relationships"><Relationship Id="rId2" Target="../media/image2.png" Type="http://schemas.openxmlformats.org/officeDocument/2006/relationships/image"/><Relationship Id="rId1" Target="../slideLayouts/slideLayout2.xml" Type="http://schemas.openxmlformats.org/officeDocument/2006/relationships/slideLayout"/></Relationships>
</file>

<file path=ppt/slides/_rels/slide26.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7.xml.rels><?xml version="1.0" encoding="UTF-8" standalone="no"?><Relationships xmlns="http://schemas.openxmlformats.org/package/2006/relationships"><Relationship Id="rId2" Target="../media/image3.png" Type="http://schemas.openxmlformats.org/officeDocument/2006/relationships/image"/><Relationship Id="rId3" Target="../media/image4.png" Type="http://schemas.openxmlformats.org/officeDocument/2006/relationships/image"/><Relationship Id="rId4" Target="../tags/tag4.xml" Type="http://schemas.openxmlformats.org/officeDocument/2006/relationships/tags"/><Relationship Id="rId5" Target="../tags/tag5.xml" Type="http://schemas.openxmlformats.org/officeDocument/2006/relationships/tags"/><Relationship Id="rId6" Target="../media/image5.png" Type="http://schemas.openxmlformats.org/officeDocument/2006/relationships/image"/><Relationship Id="rId7" Target="../media/image6.png" Type="http://schemas.openxmlformats.org/officeDocument/2006/relationships/image"/><Relationship Id="rId8" Target="../tags/tag6.xml" Type="http://schemas.openxmlformats.org/officeDocument/2006/relationships/tags"/><Relationship Id="rId9" Target="../tags/tag7.xml" Type="http://schemas.openxmlformats.org/officeDocument/2006/relationships/tags"/><Relationship Id="rId1" Target="../slideLayouts/slideLayout2.xml" Type="http://schemas.openxmlformats.org/officeDocument/2006/relationships/slideLayout"/></Relationships>
</file>

<file path=ppt/slides/_rels/slide2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29.xml.rels><?xml version="1.0" encoding="UTF-8" standalone="no"?><Relationships xmlns="http://schemas.openxmlformats.org/package/2006/relationships"><Relationship Id="rId2" Target="../media/image7.png" Type="http://schemas.openxmlformats.org/officeDocument/2006/relationships/image"/><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
    <p:spTree>
      <p:nvGrpSpPr>
        <p:cNvPr id="1" name=""/>
        <p:cNvGrpSpPr/>
        <p:nvPr/>
      </p:nvGrpSpPr>
      <p:grpSpPr>
        <a:xfrm>
          <a:off x="0" y="0"/>
          <a:ext cx="0" cy="0"/>
          <a:chOff x="0" y="0"/>
          <a:chExt cx="0" cy="0"/>
        </a:xfrm>
      </p:grpSpPr>
      <p:sp>
        <p:nvSpPr>
          <p:cNvPr id="2" name="Title 1">
            <a:extLst>
              <a:ext uri="{FE088CA6-094B-4F09-89C4-BEB8BC3B5805}">
                <a16:creationId xmlns:a16="http://schemas.microsoft.com/office/drawing/2010/main" id="{8C39E8F8-8640-4D1A-950C-F1417A0F042A}"/>
              </a:ext>
            </a:extLst>
          </p:cNvPr>
          <p:cNvSpPr>
            <a:spLocks noGrp="true"/>
          </p:cNvSpPr>
          <p:nvPr>
            <p:ph type="title"/>
          </p:nvPr>
        </p:nvSpPr>
        <p:spPr>
          <a:xfrm rot="0">
            <a:off x="1128302" y="574090"/>
            <a:ext cx="7437377" cy="1205874"/>
          </a:xfrm>
        </p:spPr>
        <p:txBody>
          <a:bodyPr rtlCol="0"/>
          <a:lstStyle/>
          <a:p>
            <a:pPr/>
            <a:r>
              <a:rPr b="1" dirty="0" lang="en-US" sz="3200">
                <a:latin typeface="DM Serif Display"/>
              </a:rPr>
              <a:t>Outreach </a:t>
            </a:r>
            <a:r>
              <a:rPr b="1" dirty="0" err="1" lang="en-US" sz="3200">
                <a:latin typeface="DM Serif Display"/>
              </a:rPr>
              <a:t>STT</a:t>
            </a:r>
            <a:r>
              <a:rPr b="1" dirty="0" lang="en-US" sz="3200">
                <a:latin typeface="DM Serif Display"/>
              </a:rPr>
              <a:t> and Question Generation</a:t>
            </a:r>
            <a:endParaRPr b="1" dirty="0" lang="en-US" sz="3200">
              <a:latin typeface="DM Serif Display"/>
            </a:endParaRPr>
          </a:p>
        </p:txBody>
      </p:sp>
      <p:sp>
        <p:nvSpPr>
          <p:cNvPr id="3" name="Subtitle 2">
            <a:extLst>
              <a:ext uri="{6722883E-7040-4E81-91A0-A1129540643C}">
                <a16:creationId xmlns:a16="http://schemas.microsoft.com/office/drawing/2010/main" id="{D0FAB2E3-DEA3-4B8D-8F8E-FE444427A93B}"/>
              </a:ext>
            </a:extLst>
          </p:cNvPr>
          <p:cNvSpPr>
            <a:spLocks noGrp="true"/>
          </p:cNvSpPr>
          <p:nvPr>
            <p:ph idx="1" type="subTitle"/>
          </p:nvPr>
        </p:nvSpPr>
        <p:spPr>
          <a:xfrm rot="0">
            <a:off x="1608496" y="2286000"/>
            <a:ext cx="6477000" cy="381000"/>
          </a:xfrm>
        </p:spPr>
        <p:txBody>
          <a:bodyPr rtlCol="0"/>
          <a:lstStyle/>
          <a:p>
            <a:pPr/>
            <a:r>
              <a:rPr b="1" dirty="0" lang="en-US">
                <a:solidFill>
                  <a:schemeClr val="accent5"/>
                </a:solidFill>
                <a:latin typeface="Inter"/>
              </a:rPr>
              <a:t>By </a:t>
            </a:r>
            <a:r>
              <a:rPr b="1" dirty="0" err="1" lang="en-US">
                <a:solidFill>
                  <a:schemeClr val="accent5"/>
                </a:solidFill>
                <a:latin typeface="Inter"/>
              </a:rPr>
              <a:t>Abhishek</a:t>
            </a:r>
            <a:r>
              <a:rPr b="1" dirty="0" lang="en-US">
                <a:solidFill>
                  <a:schemeClr val="accent5"/>
                </a:solidFill>
                <a:latin typeface="Inter"/>
              </a:rPr>
              <a:t> Sinha</a:t>
            </a:r>
            <a:r>
              <a:rPr b="1" dirty="0" lang="en-US">
                <a:solidFill>
                  <a:schemeClr val="accent5"/>
                </a:solidFill>
                <a:latin typeface="Inter"/>
              </a:rPr>
              <a:t>, Kali </a:t>
            </a:r>
            <a:r>
              <a:rPr b="1" dirty="0" err="1" lang="en-US">
                <a:solidFill>
                  <a:schemeClr val="accent5"/>
                </a:solidFill>
                <a:latin typeface="Inter"/>
              </a:rPr>
              <a:t>Nangia</a:t>
            </a:r>
            <a:r>
              <a:rPr b="1" dirty="0" lang="en-US">
                <a:solidFill>
                  <a:schemeClr val="accent5"/>
                </a:solidFill>
                <a:latin typeface="Inter"/>
              </a:rPr>
              <a:t> and M. Akshay Kumar</a:t>
            </a:r>
          </a:p>
          <a:p>
            <a:pPr/>
            <a:r>
              <a:rPr b="1" dirty="0" lang="en-US">
                <a:solidFill>
                  <a:schemeClr val="accent5"/>
                </a:solidFill>
                <a:latin typeface="Inter"/>
              </a:rPr>
              <a:t>Reporting Manager: </a:t>
            </a:r>
            <a:r>
              <a:rPr b="1" dirty="0" err="1" lang="en-US">
                <a:solidFill>
                  <a:schemeClr val="accent5"/>
                </a:solidFill>
                <a:latin typeface="Inter"/>
              </a:rPr>
              <a:t>Karan</a:t>
            </a:r>
            <a:r>
              <a:rPr b="1" dirty="0" lang="en-US">
                <a:solidFill>
                  <a:schemeClr val="accent5"/>
                </a:solidFill>
                <a:latin typeface="Inter"/>
              </a:rPr>
              <a:t> Choudhary </a:t>
            </a:r>
            <a:endParaRPr b="1" dirty="0" lang="en-US">
              <a:solidFill>
                <a:schemeClr val="accent5"/>
              </a:solidFill>
              <a:latin typeface="Inter"/>
            </a:endParaRPr>
          </a:p>
        </p:txBody>
      </p:sp>
    </p:spTree>
    <p:extLst>
      <p:ext uri="{38FEC2B5-2E79-4C13-B839-B262E90CF39B}">
        <p14:creationId xmlns:p14="http://schemas.microsoft.com/office/powerpoint/2010/main" val="1784042247767"/>
      </p:ext>
    </p:extLst>
  </p:cSld>
  <p:clrMapOvr>
    <a:masterClrMapping/>
  </p:clrMapOvr>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4D30C911-4FB6-4AB5-ACB6-D2D55FD9BF41}">
                <a16:creationId xmlns:a16="http://schemas.microsoft.com/office/drawing/2010/main" id="{1B4BED85-1957-43D8-99C7-0899EF9FE9F8}"/>
              </a:ext>
            </a:extLst>
          </p:cNvPr>
          <p:cNvSpPr>
            <a:spLocks noGrp="true"/>
          </p:cNvSpPr>
          <p:nvPr>
            <p:ph type="title"/>
          </p:nvPr>
        </p:nvSpPr>
        <p:spPr/>
        <p:txBody>
          <a:bodyPr rtlCol="0"/>
          <a:lstStyle/>
          <a:p>
            <a:pPr/>
            <a:r>
              <a:rPr dirty="0" lang="en-US"/>
              <a:t>Projects Worked on</a:t>
            </a:r>
            <a:endParaRPr dirty="0" lang="en-US"/>
          </a:p>
        </p:txBody>
      </p:sp>
      <p:sp>
        <p:nvSpPr>
          <p:cNvPr id="3" name="Content Placeholder 2">
            <a:extLst>
              <a:ext uri="{5AE25296-ED10-4E11-B5CD-78946DF4F821}">
                <a16:creationId xmlns:a16="http://schemas.microsoft.com/office/drawing/2010/main" id="{0D14F1A8-41EF-4DBD-9CBF-035C08218A26}"/>
              </a:ext>
            </a:extLst>
          </p:cNvPr>
          <p:cNvSpPr>
            <a:spLocks noGrp="true"/>
          </p:cNvSpPr>
          <p:nvPr>
            <p:ph idx="1"/>
          </p:nvPr>
        </p:nvSpPr>
        <p:spPr/>
        <p:txBody>
          <a:bodyPr rtlCol="0"/>
          <a:lstStyle/>
          <a:p>
            <a:pPr/>
            <a:r>
              <a:rPr dirty="0" err="1" lang="en-US"/>
              <a:t>Benchmarking</a:t>
            </a:r>
            <a:r>
              <a:rPr dirty="0" lang="en-US"/>
              <a:t> </a:t>
            </a:r>
            <a:r>
              <a:rPr dirty="0" err="1" lang="en-US"/>
              <a:t>USLMs</a:t>
            </a:r>
            <a:r>
              <a:rPr dirty="0" lang="en-US"/>
              <a:t> on the basis of their decisions of tool calling</a:t>
            </a:r>
          </a:p>
          <a:p>
            <a:pPr/>
            <a:r>
              <a:rPr dirty="0" err="1" lang="en-US"/>
              <a:t>YADEP</a:t>
            </a:r>
            <a:r>
              <a:rPr dirty="0" lang="en-US"/>
              <a:t> (Youtube Audio Dataset Extraction Pipeline)</a:t>
            </a:r>
          </a:p>
          <a:p>
            <a:pPr/>
            <a:r>
              <a:rPr dirty="0" lang="en-US"/>
              <a:t>Speech To Text and Question Generation</a:t>
            </a:r>
            <a:endParaRPr dirty="0" lang="en-US"/>
          </a:p>
        </p:txBody>
      </p:sp>
    </p:spTree>
    <p:extLst>
      <p:ext uri="{38319B4C-2D88-4C5F-8FA9-B56A63D1C154}">
        <p14:creationId xmlns:p14="http://schemas.microsoft.com/office/powerpoint/2010/main" val="1784042247768"/>
      </p:ext>
    </p:ext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3B45CEEC-87DF-44A8-8330-9EB221530866}">
                <a16:creationId xmlns:a16="http://schemas.microsoft.com/office/drawing/2010/main" id="{52B7D6E1-DD13-4FAB-BF23-C0538C287080}"/>
              </a:ext>
            </a:extLst>
          </p:cNvPr>
          <p:cNvSpPr>
            <a:spLocks noGrp="true"/>
          </p:cNvSpPr>
          <p:nvPr>
            <p:ph type="title"/>
          </p:nvPr>
        </p:nvSpPr>
        <p:spPr>
          <a:xfrm rot="0">
            <a:off x="762000" y="0"/>
            <a:ext cx="7620000" cy="1174613"/>
          </a:xfrm>
        </p:spPr>
        <p:txBody>
          <a:bodyPr rtlCol="0"/>
          <a:lstStyle/>
          <a:p>
            <a:pPr/>
            <a:r>
              <a:rPr dirty="0" lang="en-US"/>
              <a:t>1. </a:t>
            </a:r>
            <a:r>
              <a:rPr dirty="0" err="1" lang="en-US"/>
              <a:t>Benchmarking</a:t>
            </a:r>
            <a:r>
              <a:rPr dirty="0" lang="en-US"/>
              <a:t> </a:t>
            </a:r>
            <a:r>
              <a:rPr dirty="0" err="1" lang="en-US"/>
              <a:t>USLMs</a:t>
            </a:r>
            <a:r>
              <a:rPr dirty="0" lang="en-US"/>
              <a:t> on their decisions of tool calling </a:t>
            </a:r>
            <a:endParaRPr dirty="0" lang="en-US"/>
          </a:p>
        </p:txBody>
      </p:sp>
      <p:sp>
        <p:nvSpPr>
          <p:cNvPr id="3" name="Content Placeholder 2">
            <a:extLst>
              <a:ext uri="{AB138C6E-750D-4A28-89D2-E6F3D461863C}">
                <a16:creationId xmlns:a16="http://schemas.microsoft.com/office/drawing/2010/main" id="{454B609A-C25D-4D23-A422-38253334244C}"/>
              </a:ext>
            </a:extLst>
          </p:cNvPr>
          <p:cNvSpPr>
            <a:spLocks noGrp="true"/>
          </p:cNvSpPr>
          <p:nvPr>
            <p:ph idx="1"/>
          </p:nvPr>
        </p:nvSpPr>
        <p:spPr>
          <a:xfrm rot="0">
            <a:off x="762000" y="1174613"/>
            <a:ext cx="5776569" cy="3862959"/>
          </a:xfrm>
        </p:spPr>
        <p:txBody>
          <a:bodyPr rtlCol="0">
            <a:normAutofit fontScale="100000" lnSpcReduction="0"/>
          </a:bodyPr>
          <a:lstStyle/>
          <a:p>
            <a:pPr/>
            <a:r>
              <a:rPr dirty="0" lang="en-US"/>
              <a:t>We tested and </a:t>
            </a:r>
            <a:r>
              <a:rPr dirty="0" err="1" lang="en-US"/>
              <a:t>benchmarked</a:t>
            </a:r>
            <a:r>
              <a:rPr dirty="0" lang="en-US"/>
              <a:t> the decision making capacity of 5 </a:t>
            </a:r>
            <a:r>
              <a:rPr dirty="0" err="1" lang="en-US"/>
              <a:t>USLMs</a:t>
            </a:r>
            <a:r>
              <a:rPr dirty="0" lang="en-US"/>
              <a:t> towards tool use and calls.</a:t>
            </a:r>
          </a:p>
          <a:p>
            <a:pPr/>
            <a:r>
              <a:rPr dirty="0" lang="en-US"/>
              <a:t>Steps:</a:t>
            </a:r>
          </a:p>
          <a:p>
            <a:pPr lvl="1"/>
            <a:r>
              <a:rPr dirty="0" lang="en-US"/>
              <a:t>We provide a set of tools to the models.</a:t>
            </a:r>
          </a:p>
          <a:p>
            <a:pPr lvl="1"/>
            <a:r>
              <a:rPr dirty="0" lang="en-US"/>
              <a:t>Then we fed tricky prompts to the models.</a:t>
            </a:r>
          </a:p>
          <a:p>
            <a:pPr/>
            <a:r>
              <a:rPr dirty="0" lang="en-US"/>
              <a:t>A total of 30 prompts were provided to the following models:</a:t>
            </a:r>
          </a:p>
          <a:p>
            <a:pPr lvl="1"/>
            <a:r>
              <a:rPr dirty="0" lang="en-US">
                <a:latin typeface="Mona Sans VF"/>
              </a:rPr>
              <a:t>qwen2.5:0.5b</a:t>
            </a:r>
          </a:p>
          <a:p>
            <a:pPr lvl="1"/>
            <a:r>
              <a:rPr dirty="0" lang="en-US">
                <a:latin typeface="Mona Sans VF"/>
              </a:rPr>
              <a:t>qwen3: 0.6b</a:t>
            </a:r>
          </a:p>
          <a:p>
            <a:pPr lvl="1"/>
            <a:r>
              <a:rPr dirty="0" lang="en-US">
                <a:latin typeface="Mona Sans VF"/>
              </a:rPr>
              <a:t>Qwen3:4b</a:t>
            </a:r>
          </a:p>
          <a:p>
            <a:pPr lvl="1"/>
            <a:r>
              <a:rPr dirty="0" err="1" lang="en-US">
                <a:latin typeface="Mona Sans VF"/>
              </a:rPr>
              <a:t>Ministral</a:t>
            </a:r>
            <a:r>
              <a:rPr dirty="0" lang="en-US">
                <a:latin typeface="Mona Sans VF"/>
              </a:rPr>
              <a:t>-3:3b</a:t>
            </a:r>
          </a:p>
          <a:p>
            <a:pPr lvl="1"/>
            <a:r>
              <a:rPr dirty="0" lang="en-US">
                <a:latin typeface="Mona Sans VF"/>
              </a:rPr>
              <a:t>lfm2.5-thinking:1.2b</a:t>
            </a:r>
          </a:p>
          <a:p>
            <a:pPr lvl="0"/>
            <a:r>
              <a:rPr dirty="0" lang="en-US">
                <a:latin typeface="Mona Sans VF"/>
                <a:hlinkClick r:id="rId2"/>
              </a:rPr>
              <a:t>Link to Project</a:t>
            </a:r>
            <a:endParaRPr dirty="0" lang="en-US">
              <a:latin typeface="Mona Sans VF"/>
              <a:hlinkClick r:id="rId3"/>
            </a:endParaRPr>
          </a:p>
        </p:txBody>
      </p:sp>
      <p:sp>
        <p:nvSpPr>
          <p:cNvPr hidden="false" id="4" name="Content Placeholder 3">
            <a:extLst>
              <a:ext uri="{283B5668-2CCF-4098-994D-48D7065E17A1}">
                <a16:creationId xmlns:a16="http://schemas.microsoft.com/office/drawing/2010/main" id="{6C49DE35-0A4F-47D4-A8F6-175BA78444F4}"/>
              </a:ext>
            </a:extLst>
          </p:cNvPr>
          <p:cNvSpPr txBox="1">
            <a:spLocks noGrp="true"/>
          </p:cNvSpPr>
          <p:nvPr/>
        </p:nvSpPr>
        <p:spPr>
          <a:xfrm rot="0">
            <a:off x="6406458" y="957576"/>
            <a:ext cx="2511056" cy="3862959"/>
          </a:xfrm>
          <a:prstGeom prst="rect">
            <a:avLst/>
          </a:prstGeom>
          <a:ln w="0">
            <a:noFill/>
            <a:round/>
          </a:ln>
          <a:effectLst/>
        </p:spPr>
        <p:txBody>
          <a:bodyPr anchor="t" bIns="45720" lIns="91440" numCol="1" rIns="91440" rtlCol="0" spcCol="0" tIns="93600">
            <a:noAutofit/>
          </a:bodyPr>
          <a:lstStyle>
            <a:lvl1pPr algn="l" indent="-342900" lvl="0" marL="342900" rtl="false">
              <a:lnSpc>
                <a:spcPct val="100000"/>
              </a:lnSpc>
              <a:spcBef>
                <a:spcPts val="1200"/>
              </a:spcBef>
              <a:spcAft>
                <a:spcPts val="0"/>
              </a:spcAft>
              <a:buChar char="•"/>
              <a:buClr>
                <a:schemeClr val="accent1"/>
              </a:buClr>
              <a:buFont typeface="Arial"/>
              <a:defRPr dirty="0" i="0" lang="en-US" sz="1600">
                <a:solidFill>
                  <a:schemeClr val="tx1"/>
                </a:solidFill>
                <a:latin typeface="Averia Serif Libre-light"/>
              </a:defRPr>
            </a:lvl1pPr>
            <a:lvl2pPr algn="l" indent="-285750" lvl="1" marL="742950" rtl="false">
              <a:lnSpc>
                <a:spcPct val="100000"/>
              </a:lnSpc>
              <a:spcBef>
                <a:spcPts val="300"/>
              </a:spcBef>
              <a:spcAft>
                <a:spcPts val="0"/>
              </a:spcAft>
              <a:buChar char="•"/>
              <a:buClr>
                <a:schemeClr val="accent1"/>
              </a:buClr>
              <a:buFont typeface="Arial"/>
              <a:defRPr dirty="0" i="0" lang="en-US" sz="1400">
                <a:solidFill>
                  <a:schemeClr val="tx1">
                    <a:lumMod val="85000"/>
                    <a:lumOff val="15000"/>
                  </a:schemeClr>
                </a:solidFill>
                <a:latin typeface="Averia Serif Libre-light"/>
              </a:defRPr>
            </a:lvl2pPr>
            <a:lvl3pPr algn="l" indent="-228600" lvl="2" marL="1143000" rtl="false">
              <a:lnSpc>
                <a:spcPct val="100000"/>
              </a:lnSpc>
              <a:spcBef>
                <a:spcPts val="300"/>
              </a:spcBef>
              <a:spcAft>
                <a:spcPts val="0"/>
              </a:spcAft>
              <a:buChar char="•"/>
              <a:buClr>
                <a:schemeClr val="accent1"/>
              </a:buClr>
              <a:buFont typeface="Arial"/>
              <a:defRPr dirty="0" i="0" lang="en-US" sz="1200">
                <a:solidFill>
                  <a:schemeClr val="tx1">
                    <a:lumMod val="75000"/>
                    <a:lumOff val="25000"/>
                  </a:schemeClr>
                </a:solidFill>
                <a:latin typeface="Averia Serif Libre-light"/>
              </a:defRPr>
            </a:lvl3pPr>
            <a:lvl4pPr algn="l" indent="-228600" lvl="3" marL="1600200" rtl="false">
              <a:lnSpc>
                <a:spcPct val="100000"/>
              </a:lnSpc>
              <a:spcBef>
                <a:spcPts val="300"/>
              </a:spcBef>
              <a:spcAft>
                <a:spcPts val="0"/>
              </a:spcAft>
              <a:buChar char="•"/>
              <a:buClr>
                <a:schemeClr val="accent1"/>
              </a:buClr>
              <a:buFont typeface="Arial"/>
              <a:defRPr dirty="0" i="0" lang="en-US" sz="1000">
                <a:solidFill>
                  <a:schemeClr val="tx1">
                    <a:lumMod val="65000"/>
                    <a:lumOff val="35000"/>
                  </a:schemeClr>
                </a:solidFill>
                <a:latin typeface="Averia Serif Libre-light"/>
              </a:defRPr>
            </a:lvl4pPr>
            <a:lvl5pPr algn="l" indent="-228600" lvl="4" marL="2057400" rtl="false">
              <a:lnSpc>
                <a:spcPct val="100000"/>
              </a:lnSpc>
              <a:spcBef>
                <a:spcPts val="300"/>
              </a:spcBef>
              <a:spcAft>
                <a:spcPts val="0"/>
              </a:spcAft>
              <a:buChar char="•"/>
              <a:buClr>
                <a:schemeClr val="accent1"/>
              </a:buClr>
              <a:buFont typeface="Arial"/>
              <a:defRPr dirty="0" i="0" lang="en-US" sz="900">
                <a:solidFill>
                  <a:schemeClr val="tx1">
                    <a:lumMod val="50000"/>
                    <a:lumOff val="50000"/>
                  </a:schemeClr>
                </a:solidFill>
                <a:latin typeface="Averia Serif Libre-light"/>
              </a:defRPr>
            </a:lvl5pPr>
            <a:lvl6pPr algn="l" indent="-228600" lvl="5" marL="25146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6pPr>
            <a:lvl7pPr algn="l" indent="-228600" lvl="6" marL="29718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7pPr>
            <a:lvl8pPr algn="l" indent="-228600" lvl="7" marL="34290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8pPr>
            <a:lvl9pPr algn="l" indent="-228600" lvl="8" marL="38862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9pPr>
          </a:lstStyle>
          <a:p>
            <a:pPr algn="l" indent="0" lvl="0" marL="0" rtl="false">
              <a:lnSpc>
                <a:spcPct val="100000"/>
              </a:lnSpc>
              <a:spcBef>
                <a:spcPts val="1200"/>
              </a:spcBef>
              <a:spcAft>
                <a:spcPts val="0"/>
              </a:spcAft>
              <a:buNone/>
            </a:pPr>
            <a:r>
              <a:rPr dirty="0" i="0" lang="en-US" sz="1200">
                <a:solidFill>
                  <a:schemeClr val="tx1"/>
                </a:solidFill>
                <a:latin typeface="Averia Serif Libre-light"/>
              </a:rPr>
              <a:t>Scoring Criteria</a:t>
            </a:r>
          </a:p>
          <a:p>
            <a:pPr algn="l" indent="-342900" lvl="0" marL="342900" rtl="false">
              <a:lnSpc>
                <a:spcPct val="100000"/>
              </a:lnSpc>
              <a:spcBef>
                <a:spcPts val="1200"/>
              </a:spcBef>
              <a:spcAft>
                <a:spcPts val="0"/>
              </a:spcAft>
              <a:buChar char="•"/>
              <a:buClr>
                <a:schemeClr val="accent1"/>
              </a:buClr>
              <a:buFont typeface="Arial"/>
            </a:pPr>
            <a:r>
              <a:rPr dirty="0" i="0" lang="en-US" sz="1400">
                <a:solidFill>
                  <a:schemeClr val="tx1"/>
                </a:solidFill>
                <a:latin typeface="Averia Serif Libre-light"/>
              </a:rPr>
              <a:t>Action Score</a:t>
            </a:r>
            <a:r>
              <a:rPr dirty="0" i="0" lang="en-US" sz="1400">
                <a:solidFill>
                  <a:schemeClr val="tx1"/>
                </a:solidFill>
                <a:latin typeface="Averia Serif Libre-light"/>
              </a:rPr>
              <a:t>:</a:t>
            </a:r>
            <a:r>
              <a:rPr dirty="0" i="0" lang="en-US" sz="1400">
                <a:solidFill>
                  <a:schemeClr val="tx1"/>
                </a:solidFill>
                <a:latin typeface="Averia Serif Libre-light"/>
              </a:rPr>
              <a:t> </a:t>
            </a:r>
            <a:r>
              <a:rPr dirty="0" i="0" lang="en-US" sz="1400">
                <a:solidFill>
                  <a:schemeClr val="tx1"/>
                </a:solidFill>
                <a:latin typeface="Averia Serif Libre-light"/>
              </a:rPr>
              <a:t>(Correct Tool Calls for Actionable Prompts) / 21</a:t>
            </a:r>
            <a:r>
              <a:rPr dirty="0" i="0" lang="en-US" sz="1400">
                <a:solidFill>
                  <a:schemeClr val="tx1"/>
                </a:solidFill>
                <a:latin typeface="Averia Serif Libre-light"/>
              </a:rPr>
              <a:t>. </a:t>
            </a:r>
          </a:p>
          <a:p>
            <a:pPr algn="l" indent="-342900" rtl="false">
              <a:lnSpc>
                <a:spcPct val="100000"/>
              </a:lnSpc>
              <a:spcBef>
                <a:spcPts val="1200"/>
              </a:spcBef>
              <a:spcAft>
                <a:spcPts val="0"/>
              </a:spcAft>
              <a:buChar char="•"/>
              <a:buClr>
                <a:schemeClr val="accent1"/>
              </a:buClr>
              <a:buFont typeface="Arial"/>
            </a:pPr>
            <a:r>
              <a:rPr dirty="0" i="0" lang="en-US" sz="1400">
                <a:solidFill>
                  <a:schemeClr val="tx1"/>
                </a:solidFill>
                <a:latin typeface="Averia Serif Libre-light"/>
              </a:rPr>
              <a:t>Restraint Score</a:t>
            </a:r>
            <a:r>
              <a:rPr dirty="0" i="0" lang="en-US" sz="1400">
                <a:solidFill>
                  <a:schemeClr val="tx1"/>
                </a:solidFill>
                <a:latin typeface="Averia Serif Libre-light"/>
              </a:rPr>
              <a:t>:</a:t>
            </a:r>
            <a:r>
              <a:rPr dirty="0" i="0" lang="en-US" sz="1400">
                <a:solidFill>
                  <a:schemeClr val="tx1"/>
                </a:solidFill>
                <a:latin typeface="Averia Serif Libre-light"/>
              </a:rPr>
              <a:t> </a:t>
            </a:r>
            <a:r>
              <a:rPr dirty="0" i="0" lang="en-US" sz="1400">
                <a:solidFill>
                  <a:schemeClr val="tx1"/>
                </a:solidFill>
                <a:latin typeface="Averia Serif Libre-light"/>
              </a:rPr>
              <a:t>(Correct No Tool Calls for Restraint Prompts) / 9</a:t>
            </a:r>
            <a:r>
              <a:rPr dirty="0" i="0" lang="en-US" sz="1400">
                <a:solidFill>
                  <a:schemeClr val="tx1"/>
                </a:solidFill>
                <a:latin typeface="Averia Serif Libre-light"/>
              </a:rPr>
              <a:t>.</a:t>
            </a:r>
          </a:p>
          <a:p>
            <a:pPr algn="l" indent="-342900" rtl="false">
              <a:lnSpc>
                <a:spcPct val="100000"/>
              </a:lnSpc>
              <a:spcBef>
                <a:spcPts val="1200"/>
              </a:spcBef>
              <a:spcAft>
                <a:spcPts val="0"/>
              </a:spcAft>
              <a:buChar char="•"/>
              <a:buClr>
                <a:schemeClr val="accent1"/>
              </a:buClr>
              <a:buFont typeface="Arial"/>
            </a:pPr>
            <a:r>
              <a:rPr dirty="0" i="0" lang="en-US" sz="1400">
                <a:solidFill>
                  <a:schemeClr val="tx1"/>
                </a:solidFill>
                <a:latin typeface="Averia Serif Libre-light"/>
              </a:rPr>
              <a:t>Wrong-Tool-Avoidance</a:t>
            </a:r>
            <a:r>
              <a:rPr dirty="0" i="0" lang="en-US" sz="1400">
                <a:solidFill>
                  <a:schemeClr val="tx1"/>
                </a:solidFill>
                <a:latin typeface="Averia Serif Libre-light"/>
              </a:rPr>
              <a:t>:</a:t>
            </a:r>
            <a:r>
              <a:rPr dirty="0" i="0" lang="en-US" sz="1400">
                <a:solidFill>
                  <a:schemeClr val="tx1"/>
                </a:solidFill>
                <a:latin typeface="Averia Serif Libre-light"/>
              </a:rPr>
              <a:t> </a:t>
            </a:r>
            <a:r>
              <a:rPr dirty="0" i="0" lang="en-US" sz="1400">
                <a:solidFill>
                  <a:schemeClr val="tx1"/>
                </a:solidFill>
                <a:latin typeface="Averia Serif Libre-light"/>
              </a:rPr>
              <a:t>(30 - Total Wrong Tool Events) / 30</a:t>
            </a:r>
            <a:r>
              <a:rPr dirty="0" i="0" lang="en-US" sz="1400">
                <a:solidFill>
                  <a:schemeClr val="tx1"/>
                </a:solidFill>
                <a:latin typeface="Averia Serif Libre-light"/>
              </a:rPr>
              <a:t>.</a:t>
            </a:r>
          </a:p>
          <a:p>
            <a:pPr algn="l" indent="-342900" rtl="false">
              <a:lnSpc>
                <a:spcPct val="100000"/>
              </a:lnSpc>
              <a:spcBef>
                <a:spcPts val="1200"/>
              </a:spcBef>
              <a:spcAft>
                <a:spcPts val="0"/>
              </a:spcAft>
              <a:buChar char="•"/>
              <a:buClr>
                <a:schemeClr val="accent1"/>
              </a:buClr>
              <a:buFont typeface="Arial"/>
            </a:pPr>
            <a:r>
              <a:rPr dirty="0" i="0" lang="en-US" sz="1400">
                <a:solidFill>
                  <a:schemeClr val="tx1"/>
                </a:solidFill>
                <a:latin typeface="Averia Serif Libre-light"/>
              </a:rPr>
              <a:t>Agent Score</a:t>
            </a:r>
            <a:r>
              <a:rPr dirty="0" i="0" lang="en-US" sz="1400">
                <a:solidFill>
                  <a:schemeClr val="tx1"/>
                </a:solidFill>
                <a:latin typeface="Averia Serif Libre-light"/>
              </a:rPr>
              <a:t>:</a:t>
            </a:r>
            <a:r>
              <a:rPr dirty="0" i="0" lang="en-US" sz="1400">
                <a:solidFill>
                  <a:schemeClr val="tx1"/>
                </a:solidFill>
                <a:latin typeface="Averia Serif Libre-light"/>
              </a:rPr>
              <a:t> </a:t>
            </a:r>
            <a:r>
              <a:rPr dirty="0" i="0" lang="en-US" sz="1400">
                <a:solidFill>
                  <a:schemeClr val="tx1"/>
                </a:solidFill>
                <a:latin typeface="Averia Serif Libre-light"/>
              </a:rPr>
              <a:t>(Action Score * 0.4) + (Restraint Score * 0.3) + (Wrong-Tool-Avoidance * 0.3)</a:t>
            </a:r>
            <a:r>
              <a:rPr dirty="0" i="0" lang="en-US" sz="1400">
                <a:solidFill>
                  <a:schemeClr val="tx1"/>
                </a:solidFill>
                <a:latin typeface="Averia Serif Libre-light"/>
              </a:rPr>
              <a:t>.</a:t>
            </a:r>
            <a:endParaRPr dirty="0" i="0" lang="en-US" sz="1400">
              <a:solidFill>
                <a:schemeClr val="tx1"/>
              </a:solidFill>
              <a:latin typeface="Averia Serif Libre-light"/>
            </a:endParaRPr>
          </a:p>
        </p:txBody>
      </p:sp>
      <p:sp>
        <p:nvSpPr>
          <p:cNvPr id="5" name="Text Box 4">
            <a:extLst>
              <a:ext uri="{BC566329-9120-4155-AAF7-9BA761992388}">
                <a16:creationId xmlns:a16="http://schemas.microsoft.com/office/drawing/2010/main" id="{461E88F9-D592-4312-8736-B2DB74A1D2D0}"/>
              </a:ext>
            </a:extLst>
          </p:cNvPr>
          <p:cNvSpPr txBox="1"/>
          <p:nvPr/>
        </p:nvSpPr>
        <p:spPr>
          <a:xfrm flipH="false" flipV="false" rot="0">
            <a:off x="7661519" y="0"/>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6182E241-08B9-4EE5-AB79-7FCB1AE5ED00}">
        <p14:creationId xmlns:p14="http://schemas.microsoft.com/office/powerpoint/2010/main" val="1784042247771"/>
      </p:ext>
    </p:ext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F47A2E1C-F3A7-42B3-9D1A-BFFB60802E13}">
                <a16:creationId xmlns:a16="http://schemas.microsoft.com/office/drawing/2010/main" id="{536834AC-1AC2-4C7D-91BE-B3C69548E56F}"/>
              </a:ext>
            </a:extLst>
          </p:cNvPr>
          <p:cNvSpPr>
            <a:spLocks noGrp="true"/>
          </p:cNvSpPr>
          <p:nvPr>
            <p:ph type="title"/>
          </p:nvPr>
        </p:nvSpPr>
        <p:spPr>
          <a:xfrm rot="0">
            <a:off x="762000" y="0"/>
            <a:ext cx="7620000" cy="571500"/>
          </a:xfrm>
        </p:spPr>
        <p:txBody>
          <a:bodyPr rtlCol="0"/>
          <a:lstStyle/>
          <a:p>
            <a:pPr/>
            <a:r>
              <a:rPr dirty="0" lang="en-US"/>
              <a:t>Final </a:t>
            </a:r>
            <a:r>
              <a:rPr dirty="0" err="1" lang="en-US"/>
              <a:t>SLMs</a:t>
            </a:r>
            <a:r>
              <a:rPr dirty="0" lang="en-US"/>
              <a:t> scores</a:t>
            </a:r>
            <a:endParaRPr dirty="0" lang="en-US"/>
          </a:p>
        </p:txBody>
      </p:sp>
      <p:graphicFrame>
        <p:nvGraphicFramePr>
          <p:cNvPr id="3" name="Content Placeholder 2">
            <a:extLst>
              <a:ext uri="{5CA2CD3E-C393-4ECC-8D6F-E38420314D64}">
                <a16:creationId xmlns:a16="http://schemas.microsoft.com/office/drawing/2010/main" id="{1E49B97F-257F-4F1B-995B-B9950F32B903}"/>
              </a:ext>
            </a:extLst>
          </p:cNvPr>
          <p:cNvGraphicFramePr>
            <a:graphicFrameLocks noGrp="true"/>
          </p:cNvGraphicFramePr>
          <p:nvPr>
            <p:ph idx="1"/>
          </p:nvPr>
        </p:nvGraphicFramePr>
        <p:xfrm rot="0">
          <a:off x="762000" y="915552"/>
          <a:ext cx="7620000" cy="2762250"/>
        </p:xfrm>
        <a:graphic>
          <a:graphicData uri="http://schemas.openxmlformats.org/drawingml/2006/table">
            <a:tbl>
              <a:tblPr bandCol="1" firstCol="1" firstRow="1">
                <a:tableStyleId>{3EB272F0-14C3-4207-8D97-EB4935A3DB99}</a:tableStyleId>
              </a:tblPr>
              <a:tblGrid>
                <a:gridCol w="1524000"/>
                <a:gridCol w="1524000"/>
                <a:gridCol w="1524000"/>
                <a:gridCol w="1524000"/>
                <a:gridCol w="1524000"/>
              </a:tblGrid>
              <a:tr h="460372">
                <a:tc>
                  <a:txBody>
                    <a:bodyPr bIns="47625" lIns="95250" rIns="95250" rtlCol="0" tIns="47625"/>
                    <a:lstStyle/>
                    <a:p>
                      <a:pPr/>
                      <a:r>
                        <a:rPr dirty="0" lang="en-US"/>
                        <a:t>Model</a:t>
                      </a:r>
                      <a:endParaRPr dirty="0" lang="en-US"/>
                    </a:p>
                  </a:txBody>
                  <a:tcPr/>
                </a:tc>
                <a:tc>
                  <a:txBody>
                    <a:bodyPr bIns="47625" lIns="95250" rIns="95250" rtlCol="0" tIns="47625"/>
                    <a:lstStyle/>
                    <a:p>
                      <a:pPr/>
                      <a:r>
                        <a:rPr dirty="0" lang="en-US"/>
                        <a:t>Action Score</a:t>
                      </a:r>
                      <a:endParaRPr dirty="0" lang="en-US"/>
                    </a:p>
                  </a:txBody>
                  <a:tcPr/>
                </a:tc>
                <a:tc>
                  <a:txBody>
                    <a:bodyPr bIns="47625" lIns="95250" rIns="95250" rtlCol="0" tIns="47625"/>
                    <a:lstStyle/>
                    <a:p>
                      <a:pPr/>
                      <a:r>
                        <a:rPr dirty="0" lang="en-US"/>
                        <a:t>Restraint Score</a:t>
                      </a:r>
                      <a:endParaRPr dirty="0" lang="en-US"/>
                    </a:p>
                  </a:txBody>
                  <a:tcPr/>
                </a:tc>
                <a:tc>
                  <a:txBody>
                    <a:bodyPr bIns="47625" lIns="95250" rIns="95250" rtlCol="0" tIns="47625"/>
                    <a:lstStyle/>
                    <a:p>
                      <a:pPr/>
                      <a:r>
                        <a:rPr dirty="0" lang="en-US"/>
                        <a:t>Wrong Tool Avoidance</a:t>
                      </a:r>
                      <a:endParaRPr dirty="0" lang="en-US"/>
                    </a:p>
                  </a:txBody>
                  <a:tcPr/>
                </a:tc>
                <a:tc>
                  <a:txBody>
                    <a:bodyPr bIns="47625" lIns="95250" rIns="95250" rtlCol="0" tIns="47625"/>
                    <a:lstStyle/>
                    <a:p>
                      <a:pPr/>
                      <a:r>
                        <a:rPr dirty="0" lang="en-US"/>
                        <a:t>Agent Score</a:t>
                      </a:r>
                      <a:endParaRPr dirty="0" lang="en-US"/>
                    </a:p>
                  </a:txBody>
                  <a:tcPr/>
                </a:tc>
              </a:tr>
              <a:tr h="460372">
                <a:tc>
                  <a:txBody>
                    <a:bodyPr bIns="47625" lIns="95250" rIns="95250" rtlCol="0" tIns="47625"/>
                    <a:lstStyle/>
                    <a:p>
                      <a:pPr/>
                      <a:r>
                        <a:rPr dirty="0" lang="en-US">
                          <a:latin typeface="Monaspace Neon"/>
                        </a:rPr>
                        <a:t>qwen2.5:0.5b</a:t>
                      </a:r>
                      <a:endParaRPr dirty="0" lang="en-US">
                        <a:latin typeface="Monaspace Neon"/>
                      </a:endParaRPr>
                    </a:p>
                  </a:txBody>
                  <a:tcPr/>
                </a:tc>
                <a:tc>
                  <a:txBody>
                    <a:bodyPr bIns="47625" lIns="95250" rIns="95250" rtlCol="0" tIns="47625"/>
                    <a:lstStyle/>
                    <a:p>
                      <a:pPr/>
                      <a:r>
                        <a:rPr dirty="0" lang="en-US">
                          <a:latin typeface="Mona Sans VF"/>
                        </a:rPr>
                        <a:t>0.71</a:t>
                      </a:r>
                      <a:endParaRPr dirty="0" lang="en-US">
                        <a:latin typeface="Mona Sans VF"/>
                      </a:endParaRPr>
                    </a:p>
                  </a:txBody>
                  <a:tcPr/>
                </a:tc>
                <a:tc>
                  <a:txBody>
                    <a:bodyPr bIns="47625" lIns="95250" rIns="95250" rtlCol="0" tIns="47625"/>
                    <a:lstStyle/>
                    <a:p>
                      <a:pPr/>
                      <a:r>
                        <a:rPr dirty="0" lang="en-US">
                          <a:latin typeface="Mona Sans VF"/>
                        </a:rPr>
                        <a:t>0.78</a:t>
                      </a:r>
                      <a:endParaRPr dirty="0" lang="en-US">
                        <a:latin typeface="Mona Sans VF"/>
                      </a:endParaRPr>
                    </a:p>
                  </a:txBody>
                  <a:tcPr/>
                </a:tc>
                <a:tc>
                  <a:txBody>
                    <a:bodyPr bIns="47625" lIns="95250" rIns="95250" rtlCol="0" tIns="47625"/>
                    <a:lstStyle/>
                    <a:p>
                      <a:pPr/>
                      <a:r>
                        <a:rPr dirty="0" lang="en-US">
                          <a:latin typeface="Mona Sans VF"/>
                        </a:rPr>
                        <a:t>0.77</a:t>
                      </a:r>
                      <a:endParaRPr dirty="0" lang="en-US">
                        <a:latin typeface="Mona Sans VF"/>
                      </a:endParaRPr>
                    </a:p>
                  </a:txBody>
                  <a:tcPr/>
                </a:tc>
                <a:tc>
                  <a:txBody>
                    <a:bodyPr bIns="47625" lIns="95250" rIns="95250" rtlCol="0" tIns="47625"/>
                    <a:lstStyle/>
                    <a:p>
                      <a:pPr/>
                      <a:r>
                        <a:rPr dirty="0" lang="en-US">
                          <a:latin typeface="Mona Sans VF"/>
                        </a:rPr>
                        <a:t>0.749</a:t>
                      </a:r>
                      <a:endParaRPr dirty="0" lang="en-US">
                        <a:latin typeface="Mona Sans VF"/>
                      </a:endParaRPr>
                    </a:p>
                  </a:txBody>
                  <a:tcPr/>
                </a:tc>
              </a:tr>
              <a:tr h="460372">
                <a:tc>
                  <a:txBody>
                    <a:bodyPr bIns="47625" lIns="95250" rIns="95250" rtlCol="0" tIns="47625"/>
                    <a:lstStyle/>
                    <a:p>
                      <a:pPr/>
                      <a:r>
                        <a:rPr dirty="0" lang="en-US">
                          <a:latin typeface="Monaspace Neon"/>
                        </a:rPr>
                        <a:t>qwen3:0.6b</a:t>
                      </a:r>
                      <a:endParaRPr dirty="0" lang="en-US">
                        <a:latin typeface="Monaspace Neon"/>
                      </a:endParaRPr>
                    </a:p>
                  </a:txBody>
                  <a:tcPr/>
                </a:tc>
                <a:tc>
                  <a:txBody>
                    <a:bodyPr bIns="47625" lIns="95250" rIns="95250" rtlCol="0" tIns="47625"/>
                    <a:lstStyle/>
                    <a:p>
                      <a:pPr/>
                      <a:r>
                        <a:rPr dirty="0" lang="en-US">
                          <a:latin typeface="Mona Sans VF"/>
                        </a:rPr>
                        <a:t>0.81</a:t>
                      </a:r>
                      <a:endParaRPr dirty="0" lang="en-US">
                        <a:latin typeface="Mona Sans VF"/>
                      </a:endParaRPr>
                    </a:p>
                  </a:txBody>
                  <a:tcPr/>
                </a:tc>
                <a:tc>
                  <a:txBody>
                    <a:bodyPr bIns="47625" lIns="95250" rIns="95250" rtlCol="0" tIns="47625"/>
                    <a:lstStyle/>
                    <a:p>
                      <a:pPr/>
                      <a:r>
                        <a:rPr dirty="0" lang="en-US">
                          <a:latin typeface="Mona Sans VF"/>
                        </a:rPr>
                        <a:t>0.78</a:t>
                      </a:r>
                      <a:endParaRPr dirty="0" lang="en-US">
                        <a:latin typeface="Mona Sans VF"/>
                      </a:endParaRPr>
                    </a:p>
                  </a:txBody>
                  <a:tcPr/>
                </a:tc>
                <a:tc>
                  <a:txBody>
                    <a:bodyPr bIns="47625" lIns="95250" rIns="95250" rtlCol="0" tIns="47625"/>
                    <a:lstStyle/>
                    <a:p>
                      <a:pPr/>
                      <a:r>
                        <a:rPr dirty="0" lang="en-US">
                          <a:latin typeface="Mona Sans VF"/>
                        </a:rPr>
                        <a:t>0.80</a:t>
                      </a:r>
                      <a:endParaRPr dirty="0" lang="en-US">
                        <a:latin typeface="Mona Sans VF"/>
                      </a:endParaRPr>
                    </a:p>
                  </a:txBody>
                  <a:tcPr/>
                </a:tc>
                <a:tc>
                  <a:txBody>
                    <a:bodyPr bIns="47625" lIns="95250" rIns="95250" rtlCol="0" tIns="47625"/>
                    <a:lstStyle/>
                    <a:p>
                      <a:pPr/>
                      <a:r>
                        <a:rPr dirty="0" lang="en-US">
                          <a:latin typeface="Mona Sans VF"/>
                        </a:rPr>
                        <a:t>0.798</a:t>
                      </a:r>
                      <a:endParaRPr dirty="0" lang="en-US">
                        <a:latin typeface="Mona Sans VF"/>
                      </a:endParaRPr>
                    </a:p>
                  </a:txBody>
                  <a:tcPr/>
                </a:tc>
              </a:tr>
              <a:tr h="460372">
                <a:tc>
                  <a:txBody>
                    <a:bodyPr bIns="47625" lIns="95250" rIns="95250" rtlCol="0" tIns="47625"/>
                    <a:lstStyle/>
                    <a:p>
                      <a:pPr/>
                      <a:r>
                        <a:rPr dirty="0" lang="en-US">
                          <a:latin typeface="Monaspace Neon"/>
                        </a:rPr>
                        <a:t>qwen3:4b</a:t>
                      </a:r>
                      <a:endParaRPr dirty="0" lang="en-US">
                        <a:latin typeface="Monaspace Neon"/>
                      </a:endParaRPr>
                    </a:p>
                  </a:txBody>
                  <a:tcPr/>
                </a:tc>
                <a:tc>
                  <a:txBody>
                    <a:bodyPr bIns="47625" lIns="95250" rIns="95250" rtlCol="0" tIns="47625"/>
                    <a:lstStyle/>
                    <a:p>
                      <a:pPr/>
                      <a:r>
                        <a:rPr dirty="0" lang="en-US">
                          <a:latin typeface="Mona Sans VF"/>
                        </a:rPr>
                        <a:t>1.0</a:t>
                      </a:r>
                      <a:endParaRPr dirty="0" lang="en-US">
                        <a:latin typeface="Mona Sans VF"/>
                      </a:endParaRPr>
                    </a:p>
                  </a:txBody>
                  <a:tcPr/>
                </a:tc>
                <a:tc>
                  <a:txBody>
                    <a:bodyPr bIns="47625" lIns="95250" rIns="95250" rtlCol="0" tIns="47625"/>
                    <a:lstStyle/>
                    <a:p>
                      <a:pPr/>
                      <a:r>
                        <a:rPr dirty="0" lang="en-US">
                          <a:latin typeface="Mona Sans VF"/>
                        </a:rPr>
                        <a:t>0.78</a:t>
                      </a:r>
                      <a:endParaRPr dirty="0" lang="en-US">
                        <a:latin typeface="Mona Sans VF"/>
                      </a:endParaRPr>
                    </a:p>
                  </a:txBody>
                  <a:tcPr/>
                </a:tc>
                <a:tc>
                  <a:txBody>
                    <a:bodyPr bIns="47625" lIns="95250" rIns="95250" rtlCol="0" tIns="47625"/>
                    <a:lstStyle/>
                    <a:p>
                      <a:pPr/>
                      <a:r>
                        <a:rPr dirty="0" lang="en-US">
                          <a:latin typeface="Mona Sans VF"/>
                        </a:rPr>
                        <a:t>0.93</a:t>
                      </a:r>
                      <a:endParaRPr dirty="0" lang="en-US">
                        <a:latin typeface="Mona Sans VF"/>
                      </a:endParaRPr>
                    </a:p>
                  </a:txBody>
                  <a:tcPr/>
                </a:tc>
                <a:tc>
                  <a:txBody>
                    <a:bodyPr bIns="47625" lIns="95250" rIns="95250" rtlCol="0" tIns="47625"/>
                    <a:lstStyle/>
                    <a:p>
                      <a:pPr/>
                      <a:r>
                        <a:rPr dirty="0" lang="en-US">
                          <a:latin typeface="Mona Sans VF"/>
                        </a:rPr>
                        <a:t>0.913</a:t>
                      </a:r>
                      <a:endParaRPr dirty="0" lang="en-US">
                        <a:latin typeface="Mona Sans VF"/>
                      </a:endParaRPr>
                    </a:p>
                  </a:txBody>
                  <a:tcPr/>
                </a:tc>
              </a:tr>
              <a:tr h="460372">
                <a:tc>
                  <a:txBody>
                    <a:bodyPr bIns="47625" lIns="95250" rIns="95250" rtlCol="0" tIns="47625"/>
                    <a:lstStyle/>
                    <a:p>
                      <a:pPr/>
                      <a:r>
                        <a:rPr dirty="0" lang="en-US">
                          <a:latin typeface="Monaspace Neon"/>
                        </a:rPr>
                        <a:t>ministral-3:3b</a:t>
                      </a:r>
                      <a:endParaRPr dirty="0" lang="en-US">
                        <a:latin typeface="Monaspace Neon"/>
                      </a:endParaRPr>
                    </a:p>
                  </a:txBody>
                  <a:tcPr/>
                </a:tc>
                <a:tc>
                  <a:txBody>
                    <a:bodyPr bIns="47625" lIns="95250" rIns="95250" rtlCol="0" tIns="47625"/>
                    <a:lstStyle/>
                    <a:p>
                      <a:pPr/>
                      <a:r>
                        <a:rPr dirty="0" lang="en-US">
                          <a:latin typeface="Mona Sans VF"/>
                        </a:rPr>
                        <a:t>0.29</a:t>
                      </a:r>
                      <a:endParaRPr dirty="0" lang="en-US">
                        <a:latin typeface="Mona Sans VF"/>
                      </a:endParaRPr>
                    </a:p>
                  </a:txBody>
                  <a:tcPr/>
                </a:tc>
                <a:tc>
                  <a:txBody>
                    <a:bodyPr bIns="47625" lIns="95250" rIns="95250" rtlCol="0" tIns="47625"/>
                    <a:lstStyle/>
                    <a:p>
                      <a:pPr/>
                      <a:r>
                        <a:rPr dirty="0" lang="en-US">
                          <a:latin typeface="Mona Sans VF"/>
                        </a:rPr>
                        <a:t>1.0</a:t>
                      </a:r>
                      <a:endParaRPr dirty="0" lang="en-US">
                        <a:latin typeface="Mona Sans VF"/>
                      </a:endParaRPr>
                    </a:p>
                  </a:txBody>
                  <a:tcPr/>
                </a:tc>
                <a:tc>
                  <a:txBody>
                    <a:bodyPr bIns="47625" lIns="95250" rIns="95250" rtlCol="0" tIns="47625"/>
                    <a:lstStyle/>
                    <a:p>
                      <a:pPr/>
                      <a:r>
                        <a:rPr dirty="0" lang="en-US">
                          <a:latin typeface="Mona Sans VF"/>
                        </a:rPr>
                        <a:t>0.50</a:t>
                      </a:r>
                      <a:endParaRPr dirty="0" lang="en-US">
                        <a:latin typeface="Mona Sans VF"/>
                      </a:endParaRPr>
                    </a:p>
                  </a:txBody>
                  <a:tcPr/>
                </a:tc>
                <a:tc>
                  <a:txBody>
                    <a:bodyPr bIns="47625" lIns="95250" rIns="95250" rtlCol="0" tIns="47625"/>
                    <a:lstStyle/>
                    <a:p>
                      <a:pPr/>
                      <a:r>
                        <a:rPr dirty="0" lang="en-US">
                          <a:latin typeface="Mona Sans VF"/>
                        </a:rPr>
                        <a:t>0.566</a:t>
                      </a:r>
                      <a:endParaRPr dirty="0" lang="en-US">
                        <a:latin typeface="Mona Sans VF"/>
                      </a:endParaRPr>
                    </a:p>
                  </a:txBody>
                  <a:tcPr/>
                </a:tc>
              </a:tr>
              <a:tr h="460372">
                <a:tc>
                  <a:txBody>
                    <a:bodyPr bIns="47625" lIns="95250" rIns="95250" rtlCol="0" tIns="47625"/>
                    <a:lstStyle/>
                    <a:p>
                      <a:pPr/>
                      <a:r>
                        <a:rPr dirty="0" lang="en-US">
                          <a:latin typeface="Monaspace Neon"/>
                        </a:rPr>
                        <a:t>lfm2.5-thinking:1.2b</a:t>
                      </a:r>
                      <a:endParaRPr dirty="0" lang="en-US">
                        <a:latin typeface="Monaspace Neon"/>
                      </a:endParaRPr>
                    </a:p>
                  </a:txBody>
                  <a:tcPr/>
                </a:tc>
                <a:tc>
                  <a:txBody>
                    <a:bodyPr bIns="47625" lIns="95250" rIns="95250" rtlCol="0" tIns="47625"/>
                    <a:lstStyle/>
                    <a:p>
                      <a:pPr/>
                      <a:r>
                        <a:rPr dirty="0" lang="en-US">
                          <a:latin typeface="Mona Sans VF"/>
                        </a:rPr>
                        <a:t>0.81</a:t>
                      </a:r>
                      <a:endParaRPr dirty="0" lang="en-US">
                        <a:latin typeface="Mona Sans VF"/>
                      </a:endParaRPr>
                    </a:p>
                  </a:txBody>
                  <a:tcPr/>
                </a:tc>
                <a:tc>
                  <a:txBody>
                    <a:bodyPr bIns="47625" lIns="95250" rIns="95250" rtlCol="0" tIns="47625"/>
                    <a:lstStyle/>
                    <a:p>
                      <a:pPr/>
                      <a:r>
                        <a:rPr dirty="0" lang="en-US">
                          <a:latin typeface="Mona Sans VF"/>
                        </a:rPr>
                        <a:t>0.78</a:t>
                      </a:r>
                      <a:endParaRPr dirty="0" lang="en-US">
                        <a:latin typeface="Mona Sans VF"/>
                      </a:endParaRPr>
                    </a:p>
                  </a:txBody>
                  <a:tcPr/>
                </a:tc>
                <a:tc>
                  <a:txBody>
                    <a:bodyPr bIns="47625" lIns="95250" rIns="95250" rtlCol="0" tIns="47625"/>
                    <a:lstStyle/>
                    <a:p>
                      <a:pPr/>
                      <a:r>
                        <a:rPr dirty="0" lang="en-US">
                          <a:latin typeface="Mona Sans VF"/>
                        </a:rPr>
                        <a:t>0.80</a:t>
                      </a:r>
                      <a:endParaRPr dirty="0" lang="en-US">
                        <a:latin typeface="Mona Sans VF"/>
                      </a:endParaRPr>
                    </a:p>
                  </a:txBody>
                  <a:tcPr/>
                </a:tc>
                <a:tc>
                  <a:txBody>
                    <a:bodyPr bIns="47625" lIns="95250" rIns="95250" rtlCol="0" tIns="47625"/>
                    <a:lstStyle/>
                    <a:p>
                      <a:pPr/>
                      <a:r>
                        <a:rPr dirty="0" lang="en-US">
                          <a:latin typeface="Mona Sans VF"/>
                        </a:rPr>
                        <a:t>0.798</a:t>
                      </a:r>
                      <a:endParaRPr dirty="0" lang="en-US">
                        <a:latin typeface="Mona Sans VF"/>
                      </a:endParaRPr>
                    </a:p>
                  </a:txBody>
                  <a:tcPr/>
                </a:tc>
              </a:tr>
            </a:tbl>
          </a:graphicData>
        </a:graphic>
      </p:graphicFrame>
      <p:sp>
        <p:nvSpPr>
          <p:cNvPr id="4" name="Text Box 4">
            <a:extLst>
              <a:ext uri="{BA1BD280-0C34-4DB0-8ACA-8169A0709DED}">
                <a16:creationId xmlns:a16="http://schemas.microsoft.com/office/drawing/2010/main" id="{F4B760C6-C7E7-48E5-9CBA-D57A70B57260}"/>
              </a:ext>
            </a:extLst>
          </p:cNvPr>
          <p:cNvSpPr txBox="1"/>
          <p:nvPr/>
        </p:nvSpPr>
        <p:spPr>
          <a:xfrm flipH="false" flipV="false" rot="0">
            <a:off x="7661519" y="0"/>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B3144D7C-D029-4A48-83F9-F60DC5093F66}">
        <p14:creationId xmlns:p14="http://schemas.microsoft.com/office/powerpoint/2010/main" val="1784042247774"/>
      </p:ext>
    </p:ext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CFC56C7E-B144-4447-994C-A1FD18D9FE47}">
                <a16:creationId xmlns:a16="http://schemas.microsoft.com/office/drawing/2010/main" id="{B249BA7C-D986-4B45-8BF8-7693AC4BB7D2}"/>
              </a:ext>
            </a:extLst>
          </p:cNvPr>
          <p:cNvSpPr>
            <a:spLocks noGrp="true"/>
          </p:cNvSpPr>
          <p:nvPr>
            <p:ph type="title"/>
          </p:nvPr>
        </p:nvSpPr>
        <p:spPr>
          <a:xfrm rot="0">
            <a:off x="762000" y="110880"/>
            <a:ext cx="3823211" cy="571500"/>
          </a:xfrm>
        </p:spPr>
        <p:txBody>
          <a:bodyPr rtlCol="0"/>
          <a:lstStyle/>
          <a:p>
            <a:pPr/>
            <a:r>
              <a:rPr dirty="0" lang="en-US"/>
              <a:t>Sample Prompts</a:t>
            </a:r>
            <a:endParaRPr dirty="0" lang="en-US"/>
          </a:p>
        </p:txBody>
      </p:sp>
      <p:sp>
        <p:nvSpPr>
          <p:cNvPr id="3" name="Content Placeholder 2">
            <a:extLst>
              <a:ext uri="{0F00D983-7C0A-47F2-AE80-1E5230B13A76}">
                <a16:creationId xmlns:a16="http://schemas.microsoft.com/office/drawing/2010/main" id="{025B5546-228C-4EFA-B8DD-406F9CFE6314}"/>
              </a:ext>
            </a:extLst>
          </p:cNvPr>
          <p:cNvSpPr>
            <a:spLocks noGrp="true"/>
          </p:cNvSpPr>
          <p:nvPr>
            <p:ph idx="1"/>
          </p:nvPr>
        </p:nvSpPr>
        <p:spPr>
          <a:xfrm rot="0">
            <a:off x="762000" y="904370"/>
            <a:ext cx="3823211" cy="3897287"/>
          </a:xfrm>
        </p:spPr>
        <p:txBody>
          <a:bodyPr rtlCol="0">
            <a:normAutofit fontScale="100000" lnSpcReduction="10000"/>
          </a:bodyPr>
          <a:lstStyle/>
          <a:p>
            <a:pPr/>
            <a:r>
              <a:rPr dirty="0" lang="en-US">
                <a:latin typeface="Mona Sans VF"/>
              </a:rPr>
              <a:t>I do not want to schedule a meeting of 2 persons at 6pm.</a:t>
            </a:r>
          </a:p>
          <a:p>
            <a:pPr/>
            <a:r>
              <a:rPr dirty="0" lang="en-US">
                <a:latin typeface="Mona Sans VF"/>
              </a:rPr>
              <a:t>My Machine state is Active, what's yours?</a:t>
            </a:r>
          </a:p>
          <a:p>
            <a:pPr/>
            <a:r>
              <a:rPr dirty="0" lang="en-US">
                <a:latin typeface="Mona Sans VF"/>
              </a:rPr>
              <a:t>The population of India is 150000000000. Whats the weather like in Delhi?</a:t>
            </a:r>
          </a:p>
          <a:p>
            <a:pPr/>
            <a:r>
              <a:rPr dirty="0" lang="en-US">
                <a:latin typeface="Mona Sans VF"/>
              </a:rPr>
              <a:t>How could he have set up a meeting for 6 people at 4pm without notifying me?</a:t>
            </a:r>
          </a:p>
          <a:p>
            <a:pPr/>
            <a:r>
              <a:rPr dirty="0" lang="en-US">
                <a:latin typeface="Mona Sans VF"/>
              </a:rPr>
              <a:t>If I ask you to schedule a meeting for 8 people at 3pm, which tool would u use?</a:t>
            </a:r>
            <a:endParaRPr dirty="0" lang="en-US">
              <a:latin typeface="Mona Sans VF"/>
            </a:endParaRPr>
          </a:p>
        </p:txBody>
      </p:sp>
      <p:sp>
        <p:nvSpPr>
          <p:cNvPr hidden="false" id="4" name="Title 3">
            <a:extLst>
              <a:ext uri="{C6E9DEC1-A4AB-4E70-B0C1-D77FBF77E92B}">
                <a16:creationId xmlns:a16="http://schemas.microsoft.com/office/drawing/2010/main" id="{FB84BA78-93EF-41B2-9224-C9E27FE041DC}"/>
              </a:ext>
            </a:extLst>
          </p:cNvPr>
          <p:cNvSpPr txBox="1">
            <a:spLocks noGrp="true"/>
          </p:cNvSpPr>
          <p:nvPr/>
        </p:nvSpPr>
        <p:spPr>
          <a:xfrm rot="0">
            <a:off x="4887534" y="110880"/>
            <a:ext cx="3823211" cy="571500"/>
          </a:xfrm>
          <a:prstGeom prst="rect">
            <a:avLst/>
          </a:prstGeom>
          <a:ln>
            <a:noFill/>
          </a:ln>
          <a:effectLst/>
        </p:spPr>
        <p:txBody>
          <a:bodyPr anchor="b" bIns="45720" lIns="91440" numCol="1" rIns="91440" rtlCol="0" spcCol="0" tIns="45720">
            <a:noAutofit/>
          </a:bodyPr>
          <a:lstStyle>
            <a:lvl1pPr algn="l" lvl="0" marL="0" rtl="false">
              <a:lnSpc>
                <a:spcPct val="100000"/>
              </a:lnSpc>
              <a:spcBef>
                <a:spcPct val="0"/>
              </a:spcBef>
              <a:spcAft>
                <a:spcPts val="0"/>
              </a:spcAft>
              <a:buNone/>
              <a:defRPr b="1" dirty="0" i="0" lang="en-US" sz="3200">
                <a:solidFill>
                  <a:schemeClr val="tx1"/>
                </a:solidFill>
                <a:latin typeface="Averia Serif Libre"/>
              </a:defRPr>
            </a:lvl1pPr>
            <a:lvl2pPr algn="l" lvl="1" marL="457200" rtl="false">
              <a:lnSpc>
                <a:spcPct val="100000"/>
              </a:lnSpc>
              <a:spcBef>
                <a:spcPts val="0"/>
              </a:spcBef>
              <a:spcAft>
                <a:spcPts val="0"/>
              </a:spcAft>
              <a:defRPr dirty="0" lang="en-US" sz="1800">
                <a:solidFill>
                  <a:schemeClr val="tx1"/>
                </a:solidFill>
                <a:latin typeface="Averia Serif Libre"/>
              </a:defRPr>
            </a:lvl2pPr>
            <a:lvl3pPr algn="l" lvl="2" marL="914400" rtl="false">
              <a:lnSpc>
                <a:spcPct val="100000"/>
              </a:lnSpc>
              <a:spcBef>
                <a:spcPts val="0"/>
              </a:spcBef>
              <a:spcAft>
                <a:spcPts val="0"/>
              </a:spcAft>
              <a:defRPr dirty="0" lang="en-US" sz="1800">
                <a:solidFill>
                  <a:schemeClr val="tx1"/>
                </a:solidFill>
                <a:latin typeface="Averia Serif Libre"/>
              </a:defRPr>
            </a:lvl3pPr>
            <a:lvl4pPr algn="l" lvl="3" marL="1371600" rtl="false">
              <a:lnSpc>
                <a:spcPct val="100000"/>
              </a:lnSpc>
              <a:spcBef>
                <a:spcPts val="0"/>
              </a:spcBef>
              <a:spcAft>
                <a:spcPts val="0"/>
              </a:spcAft>
              <a:defRPr dirty="0" lang="en-US" sz="1800">
                <a:solidFill>
                  <a:schemeClr val="tx1"/>
                </a:solidFill>
                <a:latin typeface="Averia Serif Libre"/>
              </a:defRPr>
            </a:lvl4pPr>
            <a:lvl5pPr algn="l" lvl="4" marL="1828800" rtl="false">
              <a:lnSpc>
                <a:spcPct val="100000"/>
              </a:lnSpc>
              <a:spcBef>
                <a:spcPts val="0"/>
              </a:spcBef>
              <a:spcAft>
                <a:spcPts val="0"/>
              </a:spcAft>
              <a:defRPr dirty="0" lang="en-US" sz="1800">
                <a:solidFill>
                  <a:schemeClr val="tx1"/>
                </a:solidFill>
                <a:latin typeface="Averia Serif Libre"/>
              </a:defRPr>
            </a:lvl5pPr>
            <a:lvl6pPr algn="l" lvl="5" marL="2286000" rtl="false">
              <a:lnSpc>
                <a:spcPct val="100000"/>
              </a:lnSpc>
              <a:spcBef>
                <a:spcPts val="0"/>
              </a:spcBef>
              <a:spcAft>
                <a:spcPts val="0"/>
              </a:spcAft>
              <a:defRPr dirty="0" lang="en-US" sz="1800">
                <a:solidFill>
                  <a:schemeClr val="tx1"/>
                </a:solidFill>
                <a:latin typeface="Averia Serif Libre"/>
              </a:defRPr>
            </a:lvl6pPr>
            <a:lvl7pPr algn="l" lvl="6" marL="2743200" rtl="false">
              <a:lnSpc>
                <a:spcPct val="100000"/>
              </a:lnSpc>
              <a:spcBef>
                <a:spcPts val="0"/>
              </a:spcBef>
              <a:spcAft>
                <a:spcPts val="0"/>
              </a:spcAft>
              <a:defRPr dirty="0" lang="en-US" sz="1800">
                <a:solidFill>
                  <a:schemeClr val="tx1"/>
                </a:solidFill>
                <a:latin typeface="Averia Serif Libre"/>
              </a:defRPr>
            </a:lvl7pPr>
            <a:lvl8pPr algn="l" lvl="7" marL="3200400" rtl="false">
              <a:lnSpc>
                <a:spcPct val="100000"/>
              </a:lnSpc>
              <a:spcBef>
                <a:spcPts val="0"/>
              </a:spcBef>
              <a:spcAft>
                <a:spcPts val="0"/>
              </a:spcAft>
              <a:defRPr dirty="0" lang="en-US" sz="1800">
                <a:solidFill>
                  <a:schemeClr val="tx1"/>
                </a:solidFill>
                <a:latin typeface="Averia Serif Libre"/>
              </a:defRPr>
            </a:lvl8pPr>
            <a:lvl9pPr algn="l" lvl="8" marL="3657600" rtl="false">
              <a:lnSpc>
                <a:spcPct val="100000"/>
              </a:lnSpc>
              <a:spcBef>
                <a:spcPts val="0"/>
              </a:spcBef>
              <a:spcAft>
                <a:spcPts val="0"/>
              </a:spcAft>
              <a:defRPr dirty="0" lang="en-US" sz="1800">
                <a:solidFill>
                  <a:schemeClr val="tx1"/>
                </a:solidFill>
                <a:latin typeface="Averia Serif Libre"/>
              </a:defRPr>
            </a:lvl9pPr>
          </a:lstStyle>
          <a:p>
            <a:pPr algn="l" lvl="0" marL="0" rtl="false">
              <a:lnSpc>
                <a:spcPct val="100000"/>
              </a:lnSpc>
              <a:spcBef>
                <a:spcPct val="0"/>
              </a:spcBef>
              <a:spcAft>
                <a:spcPts val="0"/>
              </a:spcAft>
              <a:buNone/>
            </a:pPr>
            <a:r>
              <a:rPr b="1" dirty="0" i="0" lang="en-US" sz="3200">
                <a:solidFill>
                  <a:schemeClr val="tx1"/>
                </a:solidFill>
                <a:latin typeface="Averia Serif Libre"/>
              </a:rPr>
              <a:t>Tools Provided</a:t>
            </a:r>
            <a:endParaRPr b="1" dirty="0" i="0" lang="en-US" sz="3200">
              <a:solidFill>
                <a:schemeClr val="tx1"/>
              </a:solidFill>
              <a:latin typeface="Averia Serif Libre"/>
            </a:endParaRPr>
          </a:p>
        </p:txBody>
      </p:sp>
      <p:sp>
        <p:nvSpPr>
          <p:cNvPr hidden="false" id="5" name="Content Placeholder 4">
            <a:extLst>
              <a:ext uri="{E6244E78-5C8E-4814-AAD0-AAF19769082D}">
                <a16:creationId xmlns:a16="http://schemas.microsoft.com/office/drawing/2010/main" id="{7B72A867-AFB2-42AF-B035-AAD54D88B457}"/>
              </a:ext>
            </a:extLst>
          </p:cNvPr>
          <p:cNvSpPr txBox="1">
            <a:spLocks noGrp="true"/>
          </p:cNvSpPr>
          <p:nvPr/>
        </p:nvSpPr>
        <p:spPr>
          <a:xfrm rot="0">
            <a:off x="4887534" y="1094870"/>
            <a:ext cx="3823211" cy="3897287"/>
          </a:xfrm>
          <a:prstGeom prst="rect">
            <a:avLst/>
          </a:prstGeom>
          <a:ln>
            <a:noFill/>
          </a:ln>
          <a:effectLst/>
        </p:spPr>
        <p:txBody>
          <a:bodyPr anchor="t" bIns="45720" lIns="91440" numCol="1" rIns="91440" rtlCol="0" spcCol="0" tIns="93600">
            <a:normAutofit fontScale="100000" lnSpcReduction="0"/>
          </a:bodyPr>
          <a:lstStyle>
            <a:lvl1pPr algn="l" indent="-342900" lvl="0" marL="342900" rtl="false">
              <a:lnSpc>
                <a:spcPct val="100000"/>
              </a:lnSpc>
              <a:spcBef>
                <a:spcPts val="1200"/>
              </a:spcBef>
              <a:spcAft>
                <a:spcPts val="0"/>
              </a:spcAft>
              <a:buChar char="•"/>
              <a:buClr>
                <a:schemeClr val="accent1"/>
              </a:buClr>
              <a:buFont typeface="Arial"/>
              <a:defRPr dirty="0" i="0" lang="en-US" sz="1600">
                <a:solidFill>
                  <a:schemeClr val="tx1"/>
                </a:solidFill>
                <a:latin typeface="Averia Serif Libre-light"/>
              </a:defRPr>
            </a:lvl1pPr>
            <a:lvl2pPr algn="l" indent="-285750" lvl="1" marL="742950" rtl="false">
              <a:lnSpc>
                <a:spcPct val="100000"/>
              </a:lnSpc>
              <a:spcBef>
                <a:spcPts val="300"/>
              </a:spcBef>
              <a:spcAft>
                <a:spcPts val="0"/>
              </a:spcAft>
              <a:buChar char="•"/>
              <a:buClr>
                <a:schemeClr val="accent1"/>
              </a:buClr>
              <a:buFont typeface="Arial"/>
              <a:defRPr dirty="0" i="0" lang="en-US" sz="1400">
                <a:solidFill>
                  <a:schemeClr val="tx1">
                    <a:lumMod val="85000"/>
                    <a:lumOff val="15000"/>
                  </a:schemeClr>
                </a:solidFill>
                <a:latin typeface="Averia Serif Libre-light"/>
              </a:defRPr>
            </a:lvl2pPr>
            <a:lvl3pPr algn="l" indent="-228600" lvl="2" marL="1143000" rtl="false">
              <a:lnSpc>
                <a:spcPct val="100000"/>
              </a:lnSpc>
              <a:spcBef>
                <a:spcPts val="300"/>
              </a:spcBef>
              <a:spcAft>
                <a:spcPts val="0"/>
              </a:spcAft>
              <a:buChar char="•"/>
              <a:buClr>
                <a:schemeClr val="accent1"/>
              </a:buClr>
              <a:buFont typeface="Arial"/>
              <a:defRPr dirty="0" i="0" lang="en-US" sz="1200">
                <a:solidFill>
                  <a:schemeClr val="tx1">
                    <a:lumMod val="75000"/>
                    <a:lumOff val="25000"/>
                  </a:schemeClr>
                </a:solidFill>
                <a:latin typeface="Averia Serif Libre-light"/>
              </a:defRPr>
            </a:lvl3pPr>
            <a:lvl4pPr algn="l" indent="-228600" lvl="3" marL="1600200" rtl="false">
              <a:lnSpc>
                <a:spcPct val="100000"/>
              </a:lnSpc>
              <a:spcBef>
                <a:spcPts val="300"/>
              </a:spcBef>
              <a:spcAft>
                <a:spcPts val="0"/>
              </a:spcAft>
              <a:buChar char="•"/>
              <a:buClr>
                <a:schemeClr val="accent1"/>
              </a:buClr>
              <a:buFont typeface="Arial"/>
              <a:defRPr dirty="0" i="0" lang="en-US" sz="1000">
                <a:solidFill>
                  <a:schemeClr val="tx1">
                    <a:lumMod val="65000"/>
                    <a:lumOff val="35000"/>
                  </a:schemeClr>
                </a:solidFill>
                <a:latin typeface="Averia Serif Libre-light"/>
              </a:defRPr>
            </a:lvl4pPr>
            <a:lvl5pPr algn="l" indent="-228600" lvl="4" marL="2057400" rtl="false">
              <a:lnSpc>
                <a:spcPct val="100000"/>
              </a:lnSpc>
              <a:spcBef>
                <a:spcPts val="300"/>
              </a:spcBef>
              <a:spcAft>
                <a:spcPts val="0"/>
              </a:spcAft>
              <a:buChar char="•"/>
              <a:buClr>
                <a:schemeClr val="accent1"/>
              </a:buClr>
              <a:buFont typeface="Arial"/>
              <a:defRPr dirty="0" i="0" lang="en-US" sz="900">
                <a:solidFill>
                  <a:schemeClr val="tx1">
                    <a:lumMod val="50000"/>
                    <a:lumOff val="50000"/>
                  </a:schemeClr>
                </a:solidFill>
                <a:latin typeface="Averia Serif Libre-light"/>
              </a:defRPr>
            </a:lvl5pPr>
            <a:lvl6pPr algn="l" indent="-228600" lvl="5" marL="25146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6pPr>
            <a:lvl7pPr algn="l" indent="-228600" lvl="6" marL="29718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7pPr>
            <a:lvl8pPr algn="l" indent="-228600" lvl="7" marL="34290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8pPr>
            <a:lvl9pPr algn="l" indent="-228600" lvl="8" marL="38862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9pPr>
          </a:lstStyle>
          <a:p>
            <a:pPr algn="l" indent="-342900" lvl="0" marL="342900" rtl="false">
              <a:lnSpc>
                <a:spcPct val="100000"/>
              </a:lnSpc>
              <a:spcBef>
                <a:spcPts val="1200"/>
              </a:spcBef>
              <a:spcAft>
                <a:spcPts val="0"/>
              </a:spcAft>
              <a:buChar char="•"/>
              <a:buClr>
                <a:schemeClr val="accent1"/>
              </a:buClr>
              <a:buFont typeface="Arial"/>
            </a:pPr>
            <a:r>
              <a:rPr dirty="0" lang="en-US" sz="1600">
                <a:solidFill>
                  <a:schemeClr val="tx1"/>
                </a:solidFill>
                <a:latin typeface="Mona Sans VF"/>
              </a:rPr>
              <a:t>Get_machine_state</a:t>
            </a:r>
          </a:p>
          <a:p>
            <a:pPr algn="l" indent="-342900" lvl="0" marL="342900" rtl="false">
              <a:lnSpc>
                <a:spcPct val="100000"/>
              </a:lnSpc>
              <a:spcBef>
                <a:spcPts val="1200"/>
              </a:spcBef>
              <a:spcAft>
                <a:spcPts val="0"/>
              </a:spcAft>
              <a:buChar char="•"/>
              <a:buClr>
                <a:schemeClr val="accent1"/>
              </a:buClr>
              <a:buFont typeface="Arial"/>
            </a:pPr>
            <a:r>
              <a:rPr dirty="0" lang="en-US" sz="1600">
                <a:solidFill>
                  <a:schemeClr val="tx1"/>
                </a:solidFill>
                <a:latin typeface="Mona Sans VF"/>
              </a:rPr>
              <a:t>Get_weather</a:t>
            </a:r>
          </a:p>
          <a:p>
            <a:pPr algn="l" indent="-342900" lvl="0" marL="342900" rtl="false">
              <a:lnSpc>
                <a:spcPct val="100000"/>
              </a:lnSpc>
              <a:spcBef>
                <a:spcPts val="1200"/>
              </a:spcBef>
              <a:spcAft>
                <a:spcPts val="0"/>
              </a:spcAft>
              <a:buChar char="•"/>
              <a:buClr>
                <a:schemeClr val="accent1"/>
              </a:buClr>
              <a:buFont typeface="Arial"/>
            </a:pPr>
            <a:r>
              <a:rPr dirty="0" lang="en-US" sz="1600">
                <a:solidFill>
                  <a:schemeClr val="tx1"/>
                </a:solidFill>
                <a:latin typeface="Mona Sans VF"/>
              </a:rPr>
              <a:t>Validate_switch</a:t>
            </a:r>
          </a:p>
          <a:p>
            <a:pPr algn="l" indent="-342900" lvl="0" marL="342900" rtl="false">
              <a:lnSpc>
                <a:spcPct val="100000"/>
              </a:lnSpc>
              <a:spcBef>
                <a:spcPts val="1200"/>
              </a:spcBef>
              <a:spcAft>
                <a:spcPts val="0"/>
              </a:spcAft>
              <a:buChar char="•"/>
              <a:buClr>
                <a:schemeClr val="accent1"/>
              </a:buClr>
              <a:buFont typeface="Arial"/>
            </a:pPr>
            <a:r>
              <a:rPr dirty="0" lang="en-US" sz="1600">
                <a:solidFill>
                  <a:schemeClr val="tx1"/>
                </a:solidFill>
                <a:latin typeface="Mona Sans VF"/>
              </a:rPr>
              <a:t>Setup_meeting</a:t>
            </a:r>
          </a:p>
          <a:p>
            <a:pPr algn="l" indent="-342900" lvl="0" marL="342900" rtl="false">
              <a:lnSpc>
                <a:spcPct val="100000"/>
              </a:lnSpc>
              <a:spcBef>
                <a:spcPts val="1200"/>
              </a:spcBef>
              <a:spcAft>
                <a:spcPts val="0"/>
              </a:spcAft>
              <a:buChar char="•"/>
              <a:buClr>
                <a:schemeClr val="accent1"/>
              </a:buClr>
              <a:buFont typeface="Arial"/>
            </a:pPr>
            <a:r>
              <a:rPr dirty="0" lang="en-US" sz="1600">
                <a:solidFill>
                  <a:schemeClr val="tx1"/>
                </a:solidFill>
                <a:latin typeface="Mona Sans VF"/>
              </a:rPr>
              <a:t>get_population</a:t>
            </a:r>
            <a:endParaRPr dirty="0" lang="en-US" sz="1600">
              <a:solidFill>
                <a:schemeClr val="tx1"/>
              </a:solidFill>
              <a:latin typeface="Mona Sans VF"/>
            </a:endParaRPr>
          </a:p>
        </p:txBody>
      </p:sp>
      <p:sp>
        <p:nvSpPr>
          <p:cNvPr id="6" name="Text Box 4">
            <a:extLst>
              <a:ext uri="{EFC1AF9A-4778-47C5-BD2B-68FB973E931C}">
                <a16:creationId xmlns:a16="http://schemas.microsoft.com/office/drawing/2010/main" id="{C15E3702-8664-4711-BFC5-1617884DE6FB}"/>
              </a:ext>
            </a:extLst>
          </p:cNvPr>
          <p:cNvSpPr txBox="1"/>
          <p:nvPr/>
        </p:nvSpPr>
        <p:spPr>
          <a:xfrm flipH="false" flipV="false" rot="0">
            <a:off x="7661519" y="4621644"/>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8EFEB31D-5CE8-4D2F-9DF1-541D144DEA5E}">
        <p14:creationId xmlns:p14="http://schemas.microsoft.com/office/powerpoint/2010/main" val="1784042247777"/>
      </p:ext>
    </p:ext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1072A8C1-1625-479E-9184-415591A29A21}">
                <a16:creationId xmlns:a16="http://schemas.microsoft.com/office/drawing/2010/main" id="{395C8342-0B5A-4F37-B561-2B2F13ACE079}"/>
              </a:ext>
            </a:extLst>
          </p:cNvPr>
          <p:cNvSpPr>
            <a:spLocks noGrp="true"/>
          </p:cNvSpPr>
          <p:nvPr>
            <p:ph type="title"/>
          </p:nvPr>
        </p:nvSpPr>
        <p:spPr>
          <a:xfrm rot="0">
            <a:off x="762000" y="605704"/>
            <a:ext cx="7620000" cy="571500"/>
          </a:xfrm>
        </p:spPr>
        <p:txBody>
          <a:bodyPr rtlCol="0"/>
          <a:lstStyle/>
          <a:p>
            <a:pPr algn="just"/>
            <a:r>
              <a:rPr dirty="0" lang="en-US"/>
              <a:t>2. </a:t>
            </a:r>
            <a:r>
              <a:rPr dirty="0" err="1" lang="en-US"/>
              <a:t>YADEP</a:t>
            </a:r>
            <a:r>
              <a:rPr dirty="0" lang="en-US"/>
              <a:t> (Youtube Audio Dataset Extraction Pipeline)</a:t>
            </a:r>
            <a:endParaRPr dirty="0" lang="en-US"/>
          </a:p>
        </p:txBody>
      </p:sp>
      <p:sp>
        <p:nvSpPr>
          <p:cNvPr id="3" name="Content Placeholder 2">
            <a:extLst>
              <a:ext uri="{943C5A77-DF92-401C-9337-0EB45812ADC4}">
                <a16:creationId xmlns:a16="http://schemas.microsoft.com/office/drawing/2010/main" id="{725D71ED-8673-4B8E-9A84-F8C2E32AE529}"/>
              </a:ext>
            </a:extLst>
          </p:cNvPr>
          <p:cNvSpPr>
            <a:spLocks noGrp="true"/>
          </p:cNvSpPr>
          <p:nvPr>
            <p:ph idx="1"/>
          </p:nvPr>
        </p:nvSpPr>
        <p:spPr>
          <a:xfrm rot="0">
            <a:off x="762000" y="1177204"/>
            <a:ext cx="7620000" cy="3699948"/>
          </a:xfrm>
        </p:spPr>
        <p:txBody>
          <a:bodyPr rtlCol="0">
            <a:normAutofit fontScale="100000" lnSpcReduction="0"/>
          </a:bodyPr>
          <a:lstStyle/>
          <a:p>
            <a:pPr/>
            <a:r>
              <a:rPr dirty="0" lang="en-US" sz="1800"/>
              <a:t>Actual Task here was </a:t>
            </a:r>
            <a:r>
              <a:rPr b="1" dirty="0" lang="en-US" sz="1800">
                <a:latin typeface="+mn-lt"/>
              </a:rPr>
              <a:t>to Extract </a:t>
            </a:r>
            <a:r>
              <a:rPr b="1" dirty="0" err="1" lang="en-US" sz="1800">
                <a:latin typeface="+mn-lt"/>
              </a:rPr>
              <a:t>Krishi</a:t>
            </a:r>
            <a:r>
              <a:rPr b="1" dirty="0" lang="en-US" sz="1800">
                <a:latin typeface="+mn-lt"/>
              </a:rPr>
              <a:t> </a:t>
            </a:r>
            <a:r>
              <a:rPr b="1" dirty="0" err="1" lang="en-US" sz="1800">
                <a:latin typeface="+mn-lt"/>
              </a:rPr>
              <a:t>Darshan</a:t>
            </a:r>
            <a:r>
              <a:rPr b="1" dirty="0" lang="en-US" sz="1800">
                <a:latin typeface="+mn-lt"/>
              </a:rPr>
              <a:t> Episodes from Youtube for their audio and transcripts).</a:t>
            </a:r>
          </a:p>
          <a:p>
            <a:pPr/>
            <a:r>
              <a:rPr b="0" dirty="0" lang="en-US" sz="1800">
                <a:latin typeface="+mn-lt"/>
              </a:rPr>
              <a:t>We made it as a generic pipeline for any future use case that may arise.</a:t>
            </a:r>
          </a:p>
          <a:p>
            <a:pPr/>
            <a:r>
              <a:rPr b="0" dirty="0" lang="en-US" sz="1800">
                <a:latin typeface="+mn-lt"/>
              </a:rPr>
              <a:t>The pipeline is divided into three phases:-</a:t>
            </a:r>
          </a:p>
          <a:p>
            <a:pPr lvl="1"/>
            <a:r>
              <a:rPr b="0" dirty="0" lang="en-US" sz="1600">
                <a:latin typeface="+mn-lt"/>
              </a:rPr>
              <a:t>Phase 1:  Extract YT metadata..</a:t>
            </a:r>
          </a:p>
          <a:p>
            <a:pPr lvl="1"/>
            <a:r>
              <a:rPr b="0" dirty="0" lang="en-US" sz="1600">
                <a:latin typeface="+mn-lt"/>
              </a:rPr>
              <a:t>Phase 2: Extract all audio files </a:t>
            </a:r>
          </a:p>
          <a:p>
            <a:pPr lvl="1"/>
            <a:r>
              <a:rPr b="0" dirty="0" lang="en-US" sz="1600">
                <a:latin typeface="+mn-lt"/>
              </a:rPr>
              <a:t>Phase 3:  Extract Transcripts.</a:t>
            </a:r>
          </a:p>
          <a:p>
            <a:pPr lvl="2"/>
            <a:r>
              <a:rPr dirty="0" lang="en-US"/>
              <a:t/>
            </a:r>
          </a:p>
          <a:p>
            <a:pPr lvl="0"/>
            <a:r>
              <a:rPr b="0" dirty="0" lang="en-US" sz="1800">
                <a:latin typeface="+mn-lt"/>
                <a:hlinkClick r:id="rId2"/>
              </a:rPr>
              <a:t>Link to Project</a:t>
            </a:r>
            <a:endParaRPr b="0" dirty="0" lang="en-US" sz="1800">
              <a:latin typeface="+mn-lt"/>
              <a:hlinkClick r:id="rId3"/>
            </a:endParaRPr>
          </a:p>
        </p:txBody>
      </p:sp>
    </p:spTree>
    <p:extLst>
      <p:ext uri="{097477C2-8658-44EC-8A7D-D28EEE436EF5}">
        <p14:creationId xmlns:p14="http://schemas.microsoft.com/office/powerpoint/2010/main" val="1784042247779"/>
      </p:ext>
    </p:ext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E99E8B14-FE1B-4F6A-9BBE-4429D4D184D1}">
                <a16:creationId xmlns:a16="http://schemas.microsoft.com/office/drawing/2010/main" id="{9EF3EFEF-1BE1-4ADC-AF8C-573919A56A50}"/>
              </a:ext>
            </a:extLst>
          </p:cNvPr>
          <p:cNvSpPr>
            <a:spLocks noGrp="true"/>
          </p:cNvSpPr>
          <p:nvPr>
            <p:ph type="title"/>
          </p:nvPr>
        </p:nvSpPr>
        <p:spPr>
          <a:xfrm rot="0">
            <a:off x="762000" y="190500"/>
            <a:ext cx="7620000" cy="571500"/>
          </a:xfrm>
        </p:spPr>
        <p:txBody>
          <a:bodyPr rtlCol="0"/>
          <a:lstStyle/>
          <a:p>
            <a:pPr/>
            <a:r>
              <a:rPr dirty="0" lang="en-US"/>
              <a:t>Phase 1: Metadata Extraction</a:t>
            </a:r>
            <a:endParaRPr dirty="0" lang="en-US"/>
          </a:p>
        </p:txBody>
      </p:sp>
      <p:sp>
        <p:nvSpPr>
          <p:cNvPr id="3" name="Content Placeholder 2">
            <a:extLst>
              <a:ext uri="{48A89FAD-609A-4E64-A375-6F04D6FF15A2}">
                <a16:creationId xmlns:a16="http://schemas.microsoft.com/office/drawing/2010/main" id="{D0FE1E87-02D7-4868-BE44-0B14A657A3DB}"/>
              </a:ext>
            </a:extLst>
          </p:cNvPr>
          <p:cNvSpPr>
            <a:spLocks noGrp="true"/>
          </p:cNvSpPr>
          <p:nvPr>
            <p:ph idx="1"/>
          </p:nvPr>
        </p:nvSpPr>
        <p:spPr>
          <a:xfrm rot="0">
            <a:off x="762000" y="951557"/>
            <a:ext cx="7620000" cy="3334693"/>
          </a:xfrm>
        </p:spPr>
        <p:txBody>
          <a:bodyPr rtlCol="0">
            <a:normAutofit fontScale="100000" lnSpcReduction="0"/>
          </a:bodyPr>
          <a:lstStyle/>
          <a:p>
            <a:pPr/>
            <a:r>
              <a:rPr dirty="0" lang="en-US"/>
              <a:t>Install all relevant modules.</a:t>
            </a:r>
          </a:p>
          <a:p>
            <a:pPr/>
            <a:r>
              <a:rPr dirty="0" lang="en-US"/>
              <a:t>All videos which one want to extract data from, need to be first compiled into a playlist, and then the playlist link can be passed as input.</a:t>
            </a:r>
          </a:p>
          <a:p>
            <a:pPr/>
            <a:r>
              <a:rPr dirty="0" lang="en-US"/>
              <a:t>The .csv file will contain</a:t>
            </a:r>
          </a:p>
          <a:p>
            <a:pPr lvl="1"/>
            <a:r>
              <a:rPr dirty="0" lang="en-US">
                <a:latin typeface="system-ui"/>
              </a:rPr>
              <a:t>VIDEO_ID</a:t>
            </a:r>
          </a:p>
          <a:p>
            <a:pPr lvl="1"/>
            <a:r>
              <a:rPr dirty="0" lang="en-US">
                <a:latin typeface="system-ui"/>
              </a:rPr>
              <a:t>VIDEO_TITLE</a:t>
            </a:r>
          </a:p>
          <a:p>
            <a:pPr lvl="1"/>
            <a:r>
              <a:rPr dirty="0" lang="en-US">
                <a:latin typeface="system-ui"/>
              </a:rPr>
              <a:t>VIDEO_URL</a:t>
            </a:r>
          </a:p>
          <a:p>
            <a:pPr lvl="1"/>
            <a:r>
              <a:rPr dirty="0" lang="en-US">
                <a:latin typeface="system-ui"/>
              </a:rPr>
              <a:t>CHANNEL</a:t>
            </a:r>
          </a:p>
          <a:p>
            <a:pPr lvl="1"/>
            <a:r>
              <a:rPr dirty="0" lang="en-US">
                <a:latin typeface="system-ui"/>
              </a:rPr>
              <a:t>DURATION_SECS</a:t>
            </a:r>
          </a:p>
          <a:p>
            <a:pPr lvl="1"/>
            <a:r>
              <a:rPr dirty="0" lang="en-US">
                <a:latin typeface="system-ui"/>
              </a:rPr>
              <a:t>UPLOAD_DATE</a:t>
            </a:r>
          </a:p>
          <a:p>
            <a:pPr lvl="1"/>
            <a:r>
              <a:rPr dirty="0" lang="en-US">
                <a:latin typeface="system-ui"/>
              </a:rPr>
              <a:t>LANGUAGE</a:t>
            </a:r>
            <a:endParaRPr dirty="0" lang="en-US">
              <a:latin typeface="system-ui"/>
            </a:endParaRPr>
          </a:p>
        </p:txBody>
      </p:sp>
      <p:sp>
        <p:nvSpPr>
          <p:cNvPr id="4" name="Text Box 3">
            <a:extLst>
              <a:ext uri="{4F9FB2CC-5758-4F87-AE14-4E58B3C6B488}">
                <a16:creationId xmlns:a16="http://schemas.microsoft.com/office/drawing/2010/main" id="{1FBD05F1-A1D9-4C13-A938-75C7B5040079}"/>
              </a:ext>
            </a:extLst>
          </p:cNvPr>
          <p:cNvSpPr txBox="1"/>
          <p:nvPr/>
        </p:nvSpPr>
        <p:spPr>
          <a:xfrm flipH="false" flipV="false" rot="0">
            <a:off x="4595241" y="2431323"/>
            <a:ext cx="3132334" cy="1161764"/>
          </a:xfrm>
          <a:prstGeom prst="rect">
            <a:avLst/>
          </a:prstGeom>
        </p:spPr>
        <p:txBody>
          <a:bodyPr anchor="t" bIns="47625" lIns="95250" rIns="95250" rtlCol="0" tIns="47625">
            <a:spAutoFit/>
          </a:bodyPr>
          <a:lstStyle/>
          <a:p>
            <a:pPr indent="-342900" marL="342900">
              <a:buChar char="•"/>
              <a:buFont typeface="Arial"/>
              <a:defRPr dirty="0" lang="en-US" sz="1400"/>
            </a:pPr>
            <a:r>
              <a:rPr dirty="0" lang="en-US">
                <a:latin typeface="system-ui"/>
              </a:rPr>
              <a:t>VIEW_COUNT</a:t>
            </a:r>
          </a:p>
          <a:p>
            <a:pPr indent="-342900" marL="342900">
              <a:buChar char="•"/>
              <a:buFont typeface="Arial"/>
              <a:defRPr dirty="0" lang="en-US" sz="1400"/>
            </a:pPr>
            <a:r>
              <a:rPr dirty="0" lang="en-US">
                <a:latin typeface="system-ui"/>
              </a:rPr>
              <a:t>EXTRACTION_TIMESTAMP</a:t>
            </a:r>
          </a:p>
          <a:p>
            <a:pPr indent="-342900" marL="342900">
              <a:buChar char="•"/>
              <a:buFont typeface="Arial"/>
              <a:defRPr dirty="0" lang="en-US" sz="1400"/>
            </a:pPr>
            <a:r>
              <a:rPr dirty="0" lang="en-US">
                <a:latin typeface="system-ui"/>
              </a:rPr>
              <a:t>AUDIO_PATH</a:t>
            </a:r>
          </a:p>
          <a:p>
            <a:pPr indent="-342900" marL="342900">
              <a:buChar char="•"/>
              <a:buFont typeface="Arial"/>
              <a:defRPr dirty="0" lang="en-US" sz="1400"/>
            </a:pPr>
            <a:r>
              <a:rPr dirty="0" lang="en-US">
                <a:latin typeface="system-ui"/>
              </a:rPr>
              <a:t>TRANSCRIPT_PATH</a:t>
            </a:r>
          </a:p>
          <a:p>
            <a:pPr indent="-342900" marL="342900">
              <a:buChar char="•"/>
              <a:buFont typeface="Arial"/>
              <a:defRPr dirty="0" lang="en-US" sz="1400"/>
            </a:pPr>
            <a:r>
              <a:rPr dirty="0" lang="en-US">
                <a:latin typeface="system-ui"/>
              </a:rPr>
              <a:t>TRANSCRIPT_STATUS</a:t>
            </a:r>
            <a:endParaRPr dirty="0" lang="en-US">
              <a:latin typeface="system-ui"/>
            </a:endParaRPr>
          </a:p>
        </p:txBody>
      </p:sp>
      <p:sp>
        <p:nvSpPr>
          <p:cNvPr id="5" name="Text Box 4">
            <a:extLst>
              <a:ext uri="{3766F4B0-8BD9-44B8-8831-66A194B4F065}">
                <a16:creationId xmlns:a16="http://schemas.microsoft.com/office/drawing/2010/main" id="{0EE26100-5BD3-4D6C-95FA-7DCFCAEC019F}"/>
              </a:ext>
            </a:extLst>
          </p:cNvPr>
          <p:cNvSpPr txBox="1"/>
          <p:nvPr/>
        </p:nvSpPr>
        <p:spPr>
          <a:xfrm flipH="false" flipV="false" rot="0">
            <a:off x="7661519" y="0"/>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8444582E-03C7-429F-AF80-74C966404E24}">
        <p14:creationId xmlns:p14="http://schemas.microsoft.com/office/powerpoint/2010/main" val="1784042247781"/>
      </p:ext>
    </p:ext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6DEF0873-71F3-483E-9663-5845B0C7EB12}">
                <a16:creationId xmlns:a16="http://schemas.microsoft.com/office/drawing/2010/main" id="{1714126B-E488-4E01-B824-23F15CA93772}"/>
              </a:ext>
            </a:extLst>
          </p:cNvPr>
          <p:cNvSpPr>
            <a:spLocks noGrp="true"/>
          </p:cNvSpPr>
          <p:nvPr>
            <p:ph type="title"/>
          </p:nvPr>
        </p:nvSpPr>
        <p:spPr/>
        <p:txBody>
          <a:bodyPr rtlCol="0"/>
          <a:lstStyle/>
          <a:p>
            <a:pPr/>
            <a:r>
              <a:rPr dirty="0" lang="en-US"/>
              <a:t>Phase 2: Audio Extraction</a:t>
            </a:r>
            <a:endParaRPr dirty="0" lang="en-US"/>
          </a:p>
        </p:txBody>
      </p:sp>
      <p:sp>
        <p:nvSpPr>
          <p:cNvPr id="3" name="Content Placeholder 2">
            <a:extLst>
              <a:ext uri="{B7F504CD-2C25-4D25-A2EE-B9A9B538F845}">
                <a16:creationId xmlns:a16="http://schemas.microsoft.com/office/drawing/2010/main" id="{79593CF8-404A-4C40-A1AB-3C65458F5AD2}"/>
              </a:ext>
            </a:extLst>
          </p:cNvPr>
          <p:cNvSpPr>
            <a:spLocks noGrp="true"/>
          </p:cNvSpPr>
          <p:nvPr>
            <p:ph idx="1"/>
          </p:nvPr>
        </p:nvSpPr>
        <p:spPr/>
        <p:txBody>
          <a:bodyPr rtlCol="0"/>
          <a:lstStyle/>
          <a:p>
            <a:pPr/>
            <a:r>
              <a:rPr dirty="0" lang="en-US"/>
              <a:t>Load the .csv files from drive and start downloading the audio files.</a:t>
            </a:r>
          </a:p>
          <a:p>
            <a:pPr/>
            <a:r>
              <a:rPr dirty="0" lang="en-US"/>
              <a:t>Download speed depends on the no. of CPU cores.</a:t>
            </a:r>
          </a:p>
          <a:p>
            <a:pPr lvl="1"/>
            <a:r>
              <a:rPr dirty="0" lang="en-US"/>
              <a:t>U</a:t>
            </a:r>
            <a:r>
              <a:rPr dirty="0" lang="en-US"/>
              <a:t>se </a:t>
            </a:r>
            <a:r>
              <a:rPr dirty="0" err="1" lang="en-US"/>
              <a:t>multithreading</a:t>
            </a:r>
            <a:r>
              <a:rPr dirty="0" lang="en-US"/>
              <a:t> to bypass this to some degree</a:t>
            </a:r>
          </a:p>
          <a:p>
            <a:pPr lvl="0"/>
            <a:r>
              <a:rPr dirty="0" lang="en-US"/>
              <a:t>All audio files will be saved with the way:</a:t>
            </a:r>
          </a:p>
          <a:p>
            <a:pPr lvl="1"/>
            <a:r>
              <a:rPr dirty="0" lang="en-US"/>
              <a:t>Audio </a:t>
            </a:r>
            <a:r>
              <a:rPr dirty="0" lang="en-US"/>
              <a:t>Dataset </a:t>
            </a:r>
            <a:r>
              <a:rPr dirty="0" lang="en-US"/>
              <a:t> </a:t>
            </a:r>
            <a:r>
              <a:rPr dirty="0" lang="en-US"/>
              <a:t>-&gt; Video_ID1 </a:t>
            </a:r>
            <a:r>
              <a:rPr dirty="0" lang="en-US"/>
              <a:t>-&gt;   </a:t>
            </a:r>
            <a:r>
              <a:rPr dirty="0" lang="en-US"/>
              <a:t>audio.mp3</a:t>
            </a:r>
          </a:p>
          <a:p>
            <a:pPr indent="0" lvl="4" marL="1828800">
              <a:buNone/>
            </a:pPr>
            <a:r>
              <a:rPr dirty="0" lang="en-US"/>
              <a:t>     </a:t>
            </a:r>
            <a:r>
              <a:rPr baseline="0" cap="none" dirty="0" i="0" lang="en-US" strike="noStrike" sz="1400" u="none">
                <a:solidFill>
                  <a:schemeClr val="tx1">
                    <a:lumMod val="85000"/>
                    <a:lumOff val="15000"/>
                  </a:schemeClr>
                </a:solidFill>
                <a:latin typeface="Averia Serif Libre-light"/>
              </a:rPr>
              <a:t>-&gt; Video_ID2 </a:t>
            </a:r>
            <a:r>
              <a:rPr baseline="0" cap="none" dirty="0" i="0" lang="en-US" strike="noStrike" sz="1400" u="none">
                <a:solidFill>
                  <a:schemeClr val="tx1">
                    <a:lumMod val="85000"/>
                    <a:lumOff val="15000"/>
                  </a:schemeClr>
                </a:solidFill>
                <a:latin typeface="Averia Serif Libre-light"/>
              </a:rPr>
              <a:t>-&gt;   </a:t>
            </a:r>
            <a:r>
              <a:rPr baseline="0" cap="none" dirty="0" i="0" lang="en-US" strike="noStrike" sz="1400" u="none">
                <a:solidFill>
                  <a:schemeClr val="tx1">
                    <a:lumMod val="85000"/>
                    <a:lumOff val="15000"/>
                  </a:schemeClr>
                </a:solidFill>
                <a:latin typeface="Averia Serif Libre-light"/>
              </a:rPr>
              <a:t>audio.mp3</a:t>
            </a:r>
          </a:p>
          <a:p>
            <a:pPr indent="0" lvl="4" marL="1828800">
              <a:buNone/>
            </a:pPr>
            <a:r>
              <a:rPr cap="none" dirty="0" i="0" lang="en-US" strike="noStrike" sz="1400" u="none">
                <a:solidFill>
                  <a:schemeClr val="tx1">
                    <a:lumMod val="85000"/>
                    <a:lumOff val="15000"/>
                  </a:schemeClr>
                </a:solidFill>
                <a:latin typeface="Averia Serif Libre-light"/>
              </a:rPr>
              <a:t>   </a:t>
            </a:r>
            <a:r>
              <a:rPr baseline="0" cap="none" dirty="0" i="0" lang="en-US" strike="noStrike" sz="1400" u="none">
                <a:solidFill>
                  <a:schemeClr val="tx1">
                    <a:lumMod val="85000"/>
                    <a:lumOff val="15000"/>
                  </a:schemeClr>
                </a:solidFill>
                <a:latin typeface="Averia Serif Libre-light"/>
              </a:rPr>
              <a:t>-&gt; Video_ID3 </a:t>
            </a:r>
            <a:r>
              <a:rPr baseline="0" cap="none" dirty="0" i="0" lang="en-US" strike="noStrike" sz="1400" u="none">
                <a:solidFill>
                  <a:schemeClr val="tx1">
                    <a:lumMod val="85000"/>
                    <a:lumOff val="15000"/>
                  </a:schemeClr>
                </a:solidFill>
                <a:latin typeface="Averia Serif Libre-light"/>
              </a:rPr>
              <a:t>-&gt;   </a:t>
            </a:r>
            <a:r>
              <a:rPr baseline="0" cap="none" dirty="0" i="0" lang="en-US" strike="noStrike" sz="1400" u="none">
                <a:solidFill>
                  <a:schemeClr val="tx1">
                    <a:lumMod val="85000"/>
                    <a:lumOff val="15000"/>
                  </a:schemeClr>
                </a:solidFill>
                <a:latin typeface="Averia Serif Libre-light"/>
              </a:rPr>
              <a:t>audio.mp3</a:t>
            </a:r>
            <a:endParaRPr baseline="0" cap="none" dirty="0" i="0" lang="en-US" strike="noStrike" sz="1400" u="none">
              <a:solidFill>
                <a:schemeClr val="tx1">
                  <a:lumMod val="85000"/>
                  <a:lumOff val="15000"/>
                </a:schemeClr>
              </a:solidFill>
              <a:latin typeface="Averia Serif Libre-light"/>
            </a:endParaRPr>
          </a:p>
        </p:txBody>
      </p:sp>
      <p:sp>
        <p:nvSpPr>
          <p:cNvPr id="4" name="Text Box 4">
            <a:extLst>
              <a:ext uri="{FB980216-8B7D-4530-A03C-F0E06462A7B1}">
                <a16:creationId xmlns:a16="http://schemas.microsoft.com/office/drawing/2010/main" id="{CFF14F7E-A45F-4F9D-8274-756A13162200}"/>
              </a:ext>
            </a:extLst>
          </p:cNvPr>
          <p:cNvSpPr txBox="1"/>
          <p:nvPr/>
        </p:nvSpPr>
        <p:spPr>
          <a:xfrm flipH="false" flipV="false" rot="0">
            <a:off x="7661519" y="0"/>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BA2C38EB-084E-4069-B1F8-F1503D53634E}">
        <p14:creationId xmlns:p14="http://schemas.microsoft.com/office/powerpoint/2010/main" val="1784042247783"/>
      </p:ext>
    </p:extLst>
  </p:cSld>
  <p:clrMapOvr>
    <a:masterClrMapping/>
  </p:clrMapOvr>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3FD32092-B2E8-4EC5-86FE-462F195D2D11}">
                <a16:creationId xmlns:a16="http://schemas.microsoft.com/office/drawing/2010/main" id="{5610106E-3BD9-459C-88F0-761A4192968B}"/>
              </a:ext>
            </a:extLst>
          </p:cNvPr>
          <p:cNvSpPr>
            <a:spLocks noGrp="true"/>
          </p:cNvSpPr>
          <p:nvPr>
            <p:ph type="title"/>
          </p:nvPr>
        </p:nvSpPr>
        <p:spPr>
          <a:xfrm rot="0">
            <a:off x="762000" y="190500"/>
            <a:ext cx="7620000" cy="571500"/>
          </a:xfrm>
        </p:spPr>
        <p:txBody>
          <a:bodyPr rtlCol="0"/>
          <a:lstStyle/>
          <a:p>
            <a:pPr/>
            <a:r>
              <a:rPr dirty="0" lang="en-US"/>
              <a:t>Phase 3: Audio Transcription</a:t>
            </a:r>
            <a:endParaRPr dirty="0" lang="en-US"/>
          </a:p>
        </p:txBody>
      </p:sp>
      <p:sp>
        <p:nvSpPr>
          <p:cNvPr id="3" name="Content Placeholder 2">
            <a:extLst>
              <a:ext uri="{E5627EB4-2CEC-4144-98A2-FA6926926F5D}">
                <a16:creationId xmlns:a16="http://schemas.microsoft.com/office/drawing/2010/main" id="{36A4E9C9-7828-476C-8434-EB8730FB94F4}"/>
              </a:ext>
            </a:extLst>
          </p:cNvPr>
          <p:cNvSpPr>
            <a:spLocks noGrp="true"/>
          </p:cNvSpPr>
          <p:nvPr>
            <p:ph idx="1"/>
          </p:nvPr>
        </p:nvSpPr>
        <p:spPr>
          <a:xfrm rot="0">
            <a:off x="762000" y="762000"/>
            <a:ext cx="7620000" cy="3381460"/>
          </a:xfrm>
        </p:spPr>
        <p:txBody>
          <a:bodyPr rtlCol="0">
            <a:noAutofit/>
          </a:bodyPr>
          <a:lstStyle/>
          <a:p>
            <a:pPr/>
            <a:r>
              <a:rPr dirty="0" lang="en-US" sz="1600"/>
              <a:t>The Program will first attempt to fetch transcripts, either auto generated or human made, using the youtube_transcript_api.</a:t>
            </a:r>
          </a:p>
          <a:p>
            <a:pPr/>
            <a:r>
              <a:rPr dirty="0" lang="en-US" sz="1600"/>
              <a:t>If unavailable, they would switch to using whisper large v3 for AI based transcription.</a:t>
            </a:r>
          </a:p>
          <a:p>
            <a:pPr/>
            <a:r>
              <a:rPr dirty="0" lang="en-US" sz="1600"/>
              <a:t>For the transcription task we have arrived at whisper-large-v3 after testing the following models:</a:t>
            </a:r>
          </a:p>
          <a:p>
            <a:pPr lvl="1"/>
            <a:r>
              <a:rPr dirty="0" lang="en-US" sz="1400"/>
              <a:t>Indic whisper</a:t>
            </a:r>
          </a:p>
          <a:p>
            <a:pPr lvl="1"/>
            <a:r>
              <a:rPr dirty="0" lang="en-US" sz="1400"/>
              <a:t>Whisper turbo</a:t>
            </a:r>
          </a:p>
          <a:p>
            <a:pPr lvl="1"/>
            <a:r>
              <a:rPr dirty="0" lang="en-US" sz="1400"/>
              <a:t>All other whisper models</a:t>
            </a:r>
          </a:p>
          <a:p>
            <a:pPr lvl="1"/>
            <a:r>
              <a:rPr dirty="0" lang="en-US" sz="1400"/>
              <a:t>Faster_whisper</a:t>
            </a:r>
          </a:p>
          <a:p>
            <a:pPr lvl="1"/>
            <a:r>
              <a:rPr dirty="0" lang="en-US" sz="1400"/>
              <a:t>Gemma E2B,E4B, 12B</a:t>
            </a:r>
          </a:p>
          <a:p>
            <a:pPr lvl="1"/>
            <a:r>
              <a:rPr dirty="0" err="1" lang="en-US" sz="1400"/>
              <a:t>Sarvam</a:t>
            </a:r>
            <a:r>
              <a:rPr dirty="0" lang="en-US" sz="1400"/>
              <a:t> 30B</a:t>
            </a:r>
          </a:p>
          <a:p>
            <a:pPr lvl="0"/>
            <a:r>
              <a:rPr b="0" dirty="0" lang="en-US" sz="1600">
                <a:latin typeface="+mn-lt"/>
              </a:rPr>
              <a:t>Caution: Phase 3 requires high GPU compute to function and generate transcripts accurately, make sure to have access to them.</a:t>
            </a:r>
            <a:r>
              <a:rPr b="0" dirty="0" lang="en-US" sz="1600">
                <a:latin typeface="+mn-lt"/>
              </a:rPr>
              <a:t>  </a:t>
            </a:r>
            <a:endParaRPr b="0" dirty="0" lang="en-US" sz="1600">
              <a:latin typeface="+mn-lt"/>
            </a:endParaRPr>
          </a:p>
        </p:txBody>
      </p:sp>
      <p:sp>
        <p:nvSpPr>
          <p:cNvPr id="4" name="Text Box 4">
            <a:extLst>
              <a:ext uri="{2002F393-1436-4DF7-BB21-4AE5C767E590}">
                <a16:creationId xmlns:a16="http://schemas.microsoft.com/office/drawing/2010/main" id="{330818E1-8C15-4808-9FAE-CC40CB467D8A}"/>
              </a:ext>
            </a:extLst>
          </p:cNvPr>
          <p:cNvSpPr txBox="1"/>
          <p:nvPr/>
        </p:nvSpPr>
        <p:spPr>
          <a:xfrm flipH="false" flipV="false" rot="0">
            <a:off x="7312371" y="0"/>
            <a:ext cx="1831628" cy="735158"/>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Kali</a:t>
            </a:r>
            <a:r>
              <a:rPr dirty="0" lang="en-US"/>
              <a:t> </a:t>
            </a:r>
            <a:r>
              <a:rPr dirty="0" err="1" lang="en-US"/>
              <a:t>Nangia</a:t>
            </a:r>
            <a:r>
              <a:rPr dirty="0" lang="en-US"/>
              <a:t> &amp; </a:t>
            </a:r>
          </a:p>
          <a:p>
            <a:pPr>
              <a:defRPr dirty="0" lang="en-US" sz="1400"/>
            </a:pPr>
            <a:r>
              <a:rPr dirty="0" lang="en-US"/>
              <a:t>M. Akshay Kumar</a:t>
            </a:r>
            <a:endParaRPr dirty="0" lang="en-US"/>
          </a:p>
        </p:txBody>
      </p:sp>
    </p:spTree>
    <p:extLst>
      <p:ext uri="{298742CC-B63A-420E-9068-99E777A82C64}">
        <p14:creationId xmlns:p14="http://schemas.microsoft.com/office/powerpoint/2010/main" val="1784042247784"/>
      </p:ext>
    </p:extLst>
  </p:cSld>
  <p:clrMapOvr>
    <a:masterClrMapping/>
  </p:clrMapOvr>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94175FC0-9DF0-47C9-AA21-6928C7DAE955}">
                <a16:creationId xmlns:a16="http://schemas.microsoft.com/office/drawing/2010/main" id="{E9ED4C98-FEA0-48C1-AF00-0E94191E831C}"/>
              </a:ext>
            </a:extLst>
          </p:cNvPr>
          <p:cNvSpPr>
            <a:spLocks noGrp="true"/>
          </p:cNvSpPr>
          <p:nvPr>
            <p:ph type="title"/>
          </p:nvPr>
        </p:nvSpPr>
        <p:spPr>
          <a:xfrm rot="0">
            <a:off x="0" y="0"/>
            <a:ext cx="7620000" cy="1111729"/>
          </a:xfrm>
        </p:spPr>
        <p:txBody>
          <a:bodyPr rtlCol="0"/>
          <a:lstStyle/>
          <a:p>
            <a:pPr/>
            <a:r>
              <a:rPr dirty="0" lang="en-US"/>
              <a:t>3. Speech to Text and Question Generation</a:t>
            </a:r>
            <a:endParaRPr dirty="0" lang="en-US"/>
          </a:p>
        </p:txBody>
      </p:sp>
      <p:sp>
        <p:nvSpPr>
          <p:cNvPr id="3" name="Content Placeholder 2">
            <a:extLst>
              <a:ext uri="{060B4836-709A-44BE-8184-5D7D625DEC6E}">
                <a16:creationId xmlns:a16="http://schemas.microsoft.com/office/drawing/2010/main" id="{8337F92F-1019-47A3-B3EA-F053F2BB062E}"/>
              </a:ext>
            </a:extLst>
          </p:cNvPr>
          <p:cNvSpPr>
            <a:spLocks noGrp="true"/>
          </p:cNvSpPr>
          <p:nvPr>
            <p:ph idx="1"/>
          </p:nvPr>
        </p:nvSpPr>
        <p:spPr>
          <a:xfrm rot="0">
            <a:off x="0" y="1683229"/>
            <a:ext cx="4245492" cy="3460270"/>
          </a:xfrm>
        </p:spPr>
        <p:txBody>
          <a:bodyPr rtlCol="0">
            <a:normAutofit fontScale="100000" lnSpcReduction="0"/>
          </a:bodyPr>
          <a:lstStyle/>
          <a:p>
            <a:pPr/>
            <a:r>
              <a:rPr dirty="0" lang="en-US">
                <a:latin typeface="Lato"/>
              </a:rPr>
              <a:t>Develop a software that integrates multiple microphones during agricultural outreach sessions to capture clear speech from all participants.</a:t>
            </a:r>
          </a:p>
          <a:p>
            <a:pPr/>
            <a:r>
              <a:rPr dirty="0" lang="en-US">
                <a:latin typeface="Lato"/>
              </a:rPr>
              <a:t>The system should overcome the limitations of single-microphone recordings, enabling accurate transcription, speaker separation, and extraction of actionable insights such as</a:t>
            </a:r>
          </a:p>
          <a:p>
            <a:pPr lvl="1"/>
            <a:r>
              <a:rPr dirty="0" lang="en-US">
                <a:latin typeface="Lato"/>
              </a:rPr>
              <a:t> farmer queries, </a:t>
            </a:r>
          </a:p>
          <a:p>
            <a:pPr lvl="1"/>
            <a:r>
              <a:rPr dirty="0" lang="en-US">
                <a:latin typeface="Lato"/>
              </a:rPr>
              <a:t> </a:t>
            </a:r>
            <a:r>
              <a:rPr dirty="0" lang="en-US">
                <a:latin typeface="Lato"/>
              </a:rPr>
              <a:t>concerns, and</a:t>
            </a:r>
          </a:p>
          <a:p>
            <a:pPr lvl="1"/>
            <a:r>
              <a:rPr dirty="0" lang="en-US">
                <a:latin typeface="Lato"/>
              </a:rPr>
              <a:t> recommendations for targeted agricultural interventions.</a:t>
            </a:r>
            <a:endParaRPr dirty="0" lang="en-US">
              <a:latin typeface="Lato"/>
            </a:endParaRPr>
          </a:p>
        </p:txBody>
      </p:sp>
      <p:sp>
        <p:nvSpPr>
          <p:cNvPr hidden="false" id="4" name="Title 4">
            <a:extLst>
              <a:ext uri="{0F6E6C91-ED6F-4BC4-A813-3807CB9004C1}">
                <a16:creationId xmlns:a16="http://schemas.microsoft.com/office/drawing/2010/main" id="{D39D372C-8B8C-4FEE-9D6F-DF8CE52D8FA3}"/>
              </a:ext>
            </a:extLst>
          </p:cNvPr>
          <p:cNvSpPr txBox="1">
            <a:spLocks noGrp="true"/>
          </p:cNvSpPr>
          <p:nvPr/>
        </p:nvSpPr>
        <p:spPr>
          <a:xfrm rot="0">
            <a:off x="0" y="1111729"/>
            <a:ext cx="7620000" cy="571500"/>
          </a:xfrm>
          <a:prstGeom prst="rect">
            <a:avLst/>
          </a:prstGeom>
          <a:ln w="0">
            <a:noFill/>
            <a:round/>
          </a:ln>
          <a:effectLst/>
        </p:spPr>
        <p:txBody>
          <a:bodyPr anchor="b" bIns="45720" lIns="91440" numCol="1" rIns="91440" rtlCol="0" spcCol="0" tIns="45720">
            <a:noAutofit/>
          </a:bodyPr>
          <a:lstStyle>
            <a:lvl1pPr algn="l" lvl="0" marL="0" rtl="false">
              <a:lnSpc>
                <a:spcPct val="100000"/>
              </a:lnSpc>
              <a:spcBef>
                <a:spcPct val="0"/>
              </a:spcBef>
              <a:spcAft>
                <a:spcPts val="0"/>
              </a:spcAft>
              <a:buNone/>
              <a:defRPr b="1" dirty="0" i="0" lang="en-US" sz="3200">
                <a:solidFill>
                  <a:schemeClr val="tx1"/>
                </a:solidFill>
                <a:latin typeface="Averia Serif Libre"/>
              </a:defRPr>
            </a:lvl1pPr>
            <a:lvl2pPr algn="l" lvl="1" marL="457200" rtl="false">
              <a:lnSpc>
                <a:spcPct val="100000"/>
              </a:lnSpc>
              <a:spcBef>
                <a:spcPts val="0"/>
              </a:spcBef>
              <a:spcAft>
                <a:spcPts val="0"/>
              </a:spcAft>
              <a:defRPr dirty="0" lang="en-US" sz="1800">
                <a:solidFill>
                  <a:schemeClr val="tx1"/>
                </a:solidFill>
                <a:latin typeface="Averia Serif Libre"/>
              </a:defRPr>
            </a:lvl2pPr>
            <a:lvl3pPr algn="l" lvl="2" marL="914400" rtl="false">
              <a:lnSpc>
                <a:spcPct val="100000"/>
              </a:lnSpc>
              <a:spcBef>
                <a:spcPts val="0"/>
              </a:spcBef>
              <a:spcAft>
                <a:spcPts val="0"/>
              </a:spcAft>
              <a:defRPr dirty="0" lang="en-US" sz="1800">
                <a:solidFill>
                  <a:schemeClr val="tx1"/>
                </a:solidFill>
                <a:latin typeface="Averia Serif Libre"/>
              </a:defRPr>
            </a:lvl3pPr>
            <a:lvl4pPr algn="l" lvl="3" marL="1371600" rtl="false">
              <a:lnSpc>
                <a:spcPct val="100000"/>
              </a:lnSpc>
              <a:spcBef>
                <a:spcPts val="0"/>
              </a:spcBef>
              <a:spcAft>
                <a:spcPts val="0"/>
              </a:spcAft>
              <a:defRPr dirty="0" lang="en-US" sz="1800">
                <a:solidFill>
                  <a:schemeClr val="tx1"/>
                </a:solidFill>
                <a:latin typeface="Averia Serif Libre"/>
              </a:defRPr>
            </a:lvl4pPr>
            <a:lvl5pPr algn="l" lvl="4" marL="1828800" rtl="false">
              <a:lnSpc>
                <a:spcPct val="100000"/>
              </a:lnSpc>
              <a:spcBef>
                <a:spcPts val="0"/>
              </a:spcBef>
              <a:spcAft>
                <a:spcPts val="0"/>
              </a:spcAft>
              <a:defRPr dirty="0" lang="en-US" sz="1800">
                <a:solidFill>
                  <a:schemeClr val="tx1"/>
                </a:solidFill>
                <a:latin typeface="Averia Serif Libre"/>
              </a:defRPr>
            </a:lvl5pPr>
            <a:lvl6pPr algn="l" lvl="5" marL="2286000" rtl="false">
              <a:lnSpc>
                <a:spcPct val="100000"/>
              </a:lnSpc>
              <a:spcBef>
                <a:spcPts val="0"/>
              </a:spcBef>
              <a:spcAft>
                <a:spcPts val="0"/>
              </a:spcAft>
              <a:defRPr dirty="0" lang="en-US" sz="1800">
                <a:solidFill>
                  <a:schemeClr val="tx1"/>
                </a:solidFill>
                <a:latin typeface="Averia Serif Libre"/>
              </a:defRPr>
            </a:lvl6pPr>
            <a:lvl7pPr algn="l" lvl="6" marL="2743200" rtl="false">
              <a:lnSpc>
                <a:spcPct val="100000"/>
              </a:lnSpc>
              <a:spcBef>
                <a:spcPts val="0"/>
              </a:spcBef>
              <a:spcAft>
                <a:spcPts val="0"/>
              </a:spcAft>
              <a:defRPr dirty="0" lang="en-US" sz="1800">
                <a:solidFill>
                  <a:schemeClr val="tx1"/>
                </a:solidFill>
                <a:latin typeface="Averia Serif Libre"/>
              </a:defRPr>
            </a:lvl7pPr>
            <a:lvl8pPr algn="l" lvl="7" marL="3200400" rtl="false">
              <a:lnSpc>
                <a:spcPct val="100000"/>
              </a:lnSpc>
              <a:spcBef>
                <a:spcPts val="0"/>
              </a:spcBef>
              <a:spcAft>
                <a:spcPts val="0"/>
              </a:spcAft>
              <a:defRPr dirty="0" lang="en-US" sz="1800">
                <a:solidFill>
                  <a:schemeClr val="tx1"/>
                </a:solidFill>
                <a:latin typeface="Averia Serif Libre"/>
              </a:defRPr>
            </a:lvl8pPr>
            <a:lvl9pPr algn="l" lvl="8" marL="3657600" rtl="false">
              <a:lnSpc>
                <a:spcPct val="100000"/>
              </a:lnSpc>
              <a:spcBef>
                <a:spcPts val="0"/>
              </a:spcBef>
              <a:spcAft>
                <a:spcPts val="0"/>
              </a:spcAft>
              <a:defRPr dirty="0" lang="en-US" sz="1800">
                <a:solidFill>
                  <a:schemeClr val="tx1"/>
                </a:solidFill>
                <a:latin typeface="Averia Serif Libre"/>
              </a:defRPr>
            </a:lvl9pPr>
          </a:lstStyle>
          <a:p>
            <a:pPr algn="l" lvl="0" marL="0" rtl="false">
              <a:lnSpc>
                <a:spcPct val="100000"/>
              </a:lnSpc>
              <a:spcBef>
                <a:spcPct val="0"/>
              </a:spcBef>
              <a:spcAft>
                <a:spcPts val="0"/>
              </a:spcAft>
              <a:buNone/>
            </a:pPr>
            <a:r>
              <a:rPr b="1" dirty="0" i="0" lang="en-US" sz="2000">
                <a:solidFill>
                  <a:schemeClr val="tx1"/>
                </a:solidFill>
                <a:latin typeface="Averia Serif Libre"/>
              </a:rPr>
              <a:t>Problem Statement</a:t>
            </a:r>
            <a:endParaRPr b="1" dirty="0" i="0" lang="en-US" sz="2000">
              <a:solidFill>
                <a:schemeClr val="tx1"/>
              </a:solidFill>
              <a:latin typeface="Averia Serif Libre"/>
            </a:endParaRPr>
          </a:p>
        </p:txBody>
      </p:sp>
      <p:pic>
        <p:nvPicPr>
          <p:cNvPr id="5" name="Image 5">
            <a:extLst>
              <a:ext uri="{239166E3-4D19-4ECC-ABF0-51F3E14D2F28}">
                <a16:creationId xmlns:a16="http://schemas.microsoft.com/office/drawing/2010/main" id="{1C2439DD-7ABD-4A96-80C3-F3EE80F2F2A3}"/>
              </a:ext>
            </a:extLst>
          </p:cNvPr>
          <p:cNvPicPr>
            <a:picLocks noChangeAspect="true"/>
          </p:cNvPicPr>
          <p:nvPr/>
        </p:nvPicPr>
        <p:blipFill>
          <a:blip r:embed="rId2"/>
          <a:stretch>
            <a:fillRect/>
          </a:stretch>
        </p:blipFill>
        <p:spPr>
          <a:xfrm flipH="false" flipV="false" rot="0">
            <a:off x="4218289" y="2046093"/>
            <a:ext cx="4925711" cy="2472470"/>
          </a:xfrm>
          <a:prstGeom prst="rect">
            <a:avLst/>
          </a:prstGeom>
          <a:noFill/>
        </p:spPr>
      </p:pic>
      <p:sp>
        <p:nvSpPr>
          <p:cNvPr id="6" name="Text Box 4">
            <a:extLst>
              <a:ext uri="{95E90FDD-F5C0-467B-8B7C-095F420368C9}">
                <a16:creationId xmlns:a16="http://schemas.microsoft.com/office/drawing/2010/main" id="{25BD3E73-D807-4897-9010-DECF2B9ED9C3}"/>
              </a:ext>
            </a:extLst>
          </p:cNvPr>
          <p:cNvSpPr txBox="1"/>
          <p:nvPr/>
        </p:nvSpPr>
        <p:spPr>
          <a:xfrm flipH="false" flipV="false" rot="0">
            <a:off x="7661519" y="1349425"/>
            <a:ext cx="1482480"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B7F24102-7D37-4C8F-91B2-07F8DF6B8292}">
        <p14:creationId xmlns:p14="http://schemas.microsoft.com/office/powerpoint/2010/main" val="1784042247787"/>
      </p:ext>
    </p:extLst>
  </p:cSld>
  <p:clrMapOvr>
    <a:masterClrMapping/>
  </p:clrMapOvr>
</p:sld>
</file>

<file path=ppt/slides/slide1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10B44A70-5306-471E-8CF5-19E7AF755F14}">
                <a16:creationId xmlns:a16="http://schemas.microsoft.com/office/drawing/2010/main" id="{3118136A-05FF-4859-AF13-88A19F2F30B0}"/>
              </a:ext>
            </a:extLst>
          </p:cNvPr>
          <p:cNvSpPr>
            <a:spLocks noGrp="true"/>
          </p:cNvSpPr>
          <p:nvPr>
            <p:ph type="title"/>
          </p:nvPr>
        </p:nvSpPr>
        <p:spPr>
          <a:xfrm rot="0">
            <a:off x="762000" y="190500"/>
            <a:ext cx="7620000" cy="571500"/>
          </a:xfrm>
        </p:spPr>
        <p:txBody>
          <a:bodyPr rtlCol="0"/>
          <a:lstStyle/>
          <a:p>
            <a:pPr/>
            <a:r>
              <a:rPr dirty="0" lang="en-US"/>
              <a:t>Approach</a:t>
            </a:r>
            <a:endParaRPr dirty="0" lang="en-US"/>
          </a:p>
        </p:txBody>
      </p:sp>
      <p:sp>
        <p:nvSpPr>
          <p:cNvPr id="3" name="Content Placeholder 2">
            <a:extLst>
              <a:ext uri="{C100EE04-A87C-4625-ABD1-C5FEEA26389F}">
                <a16:creationId xmlns:a16="http://schemas.microsoft.com/office/drawing/2010/main" id="{8C523F1F-A896-4A9D-ACCF-8A30DE038AAE}"/>
              </a:ext>
            </a:extLst>
          </p:cNvPr>
          <p:cNvSpPr>
            <a:spLocks noGrp="true"/>
          </p:cNvSpPr>
          <p:nvPr>
            <p:ph idx="1"/>
          </p:nvPr>
        </p:nvSpPr>
        <p:spPr>
          <a:xfrm rot="0">
            <a:off x="762000" y="876061"/>
            <a:ext cx="3502371" cy="3784054"/>
          </a:xfrm>
        </p:spPr>
        <p:txBody>
          <a:bodyPr rtlCol="0">
            <a:normAutofit fontScale="100000" lnSpcReduction="10000"/>
          </a:bodyPr>
          <a:lstStyle/>
          <a:p>
            <a:pPr/>
            <a:r>
              <a:rPr dirty="0" lang="en-US"/>
              <a:t>An application that can be used by the coordinator, to connect to the set of microphones present across the venue.</a:t>
            </a:r>
          </a:p>
          <a:p>
            <a:pPr/>
            <a:r>
              <a:rPr dirty="0" lang="en-US"/>
              <a:t>All microphones (including coordinator) will record audio independently, which will be finally combined at the end of discussion.</a:t>
            </a:r>
          </a:p>
          <a:p>
            <a:pPr/>
            <a:r>
              <a:rPr dirty="0" lang="en-US"/>
              <a:t>The wired Setup requires the minimal hardware of</a:t>
            </a:r>
          </a:p>
          <a:p>
            <a:pPr lvl="1"/>
            <a:r>
              <a:rPr dirty="0" lang="en-US"/>
              <a:t>Powered USB Hub</a:t>
            </a:r>
          </a:p>
          <a:p>
            <a:pPr lvl="1"/>
            <a:r>
              <a:rPr dirty="0" lang="en-US"/>
              <a:t>Multiple USB microphones</a:t>
            </a:r>
          </a:p>
          <a:p>
            <a:pPr lvl="1"/>
            <a:r>
              <a:rPr dirty="0" lang="en-US"/>
              <a:t/>
            </a:r>
            <a:endParaRPr dirty="0" lang="en-US"/>
          </a:p>
        </p:txBody>
      </p:sp>
      <p:pic>
        <p:nvPicPr>
          <p:cNvPr id="4" name="Image 3">
            <a:extLst>
              <a:ext uri="{E65739C0-7E1A-4ECD-AAC1-8CA0DF267492}">
                <a16:creationId xmlns:a16="http://schemas.microsoft.com/office/drawing/2010/main" id="{C9E4FF12-6215-4061-B364-D21E855E6E4C}"/>
              </a:ext>
            </a:extLst>
          </p:cNvPr>
          <p:cNvPicPr>
            <a:picLocks noChangeAspect="true"/>
          </p:cNvPicPr>
          <p:nvPr/>
        </p:nvPicPr>
        <p:blipFill>
          <a:blip r:embed="rId2"/>
          <a:stretch>
            <a:fillRect/>
          </a:stretch>
        </p:blipFill>
        <p:spPr>
          <a:xfrm flipH="false" flipV="false" rot="0">
            <a:off x="4475245" y="490699"/>
            <a:ext cx="4497952" cy="3906116"/>
          </a:xfrm>
          <a:prstGeom prst="rect">
            <a:avLst/>
          </a:prstGeom>
          <a:noFill/>
        </p:spPr>
      </p:pic>
      <p:sp>
        <p:nvSpPr>
          <p:cNvPr id="5" name="Text Box 4">
            <a:extLst>
              <a:ext uri="{36396E45-B73B-4242-A358-0D6841CC3BA8}">
                <a16:creationId xmlns:a16="http://schemas.microsoft.com/office/drawing/2010/main" id="{852031FF-0BA9-4A38-A83E-B1EAE7B250E8}"/>
              </a:ext>
            </a:extLst>
          </p:cNvPr>
          <p:cNvSpPr txBox="1"/>
          <p:nvPr/>
        </p:nvSpPr>
        <p:spPr>
          <a:xfrm flipH="false" flipV="false" rot="0">
            <a:off x="5934637" y="0"/>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lang="en-US"/>
              <a:t>Kali </a:t>
            </a:r>
            <a:r>
              <a:rPr dirty="0" err="1" lang="en-US"/>
              <a:t>Nangia</a:t>
            </a:r>
            <a:r>
              <a:rPr dirty="0" lang="en-US"/>
              <a:t>    and    </a:t>
            </a:r>
            <a:r>
              <a:rPr dirty="0" err="1" lang="en-US"/>
              <a:t>Abhishek</a:t>
            </a:r>
            <a:r>
              <a:rPr dirty="0" lang="en-US"/>
              <a:t> Sinha</a:t>
            </a:r>
            <a:endParaRPr dirty="0" lang="en-US"/>
          </a:p>
        </p:txBody>
      </p:sp>
    </p:spTree>
    <p:extLst>
      <p:ext uri="{1FF1AF8F-E662-40EA-AB68-39709477D3CC}">
        <p14:creationId xmlns:p14="http://schemas.microsoft.com/office/powerpoint/2010/main" val="1784042247788"/>
      </p:ext>
    </p:extLst>
  </p:cSld>
  <p:clrMapOvr>
    <a:masterClrMapping/>
  </p:clrMapOvr>
</p:sld>
</file>

<file path=ppt/slides/slide1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D595B40A-E421-4667-A4E7-3E369E3D6390}">
                <a16:creationId xmlns:a16="http://schemas.microsoft.com/office/drawing/2010/main" id="{1C3EA3B5-8759-461B-BD0C-07CA58B251B9}"/>
              </a:ext>
            </a:extLst>
          </p:cNvPr>
          <p:cNvPicPr>
            <a:picLocks noChangeAspect="true"/>
          </p:cNvPicPr>
          <p:nvPr/>
        </p:nvPicPr>
        <p:blipFill>
          <a:blip r:embed="rId2"/>
          <a:stretch>
            <a:fillRect/>
          </a:stretch>
        </p:blipFill>
        <p:spPr>
          <a:xfrm flipH="false" flipV="false" rot="0">
            <a:off x="3826268" y="394801"/>
            <a:ext cx="5317731" cy="4748698"/>
          </a:xfrm>
          <a:prstGeom prst="rect">
            <a:avLst/>
          </a:prstGeom>
          <a:noFill/>
        </p:spPr>
      </p:pic>
      <p:sp>
        <p:nvSpPr>
          <p:cNvPr hidden="false" id="3" name="Content Placeholder 2">
            <a:extLst>
              <a:ext uri="{94E08DF6-EEEA-4026-8D51-FA96AF7073D2}">
                <a16:creationId xmlns:a16="http://schemas.microsoft.com/office/drawing/2010/main" id="{F09DDE5A-C8A6-4A3B-BB7A-2D67E78BF5AD}"/>
              </a:ext>
            </a:extLst>
          </p:cNvPr>
          <p:cNvSpPr txBox="1">
            <a:spLocks noGrp="true"/>
          </p:cNvSpPr>
          <p:nvPr/>
        </p:nvSpPr>
        <p:spPr>
          <a:xfrm rot="0">
            <a:off x="167497" y="592969"/>
            <a:ext cx="3502371" cy="2481815"/>
          </a:xfrm>
          <a:prstGeom prst="rect">
            <a:avLst/>
          </a:prstGeom>
          <a:ln w="0">
            <a:noFill/>
            <a:round/>
          </a:ln>
          <a:effectLst/>
        </p:spPr>
        <p:txBody>
          <a:bodyPr anchor="t" bIns="45720" lIns="91440" numCol="1" rIns="91440" rtlCol="0" spcCol="0" tIns="93600">
            <a:normAutofit fontScale="100000" lnSpcReduction="0"/>
          </a:bodyPr>
          <a:lstStyle>
            <a:lvl1pPr algn="l" indent="-342900" lvl="0" marL="342900" rtl="false">
              <a:lnSpc>
                <a:spcPct val="100000"/>
              </a:lnSpc>
              <a:spcBef>
                <a:spcPts val="1200"/>
              </a:spcBef>
              <a:spcAft>
                <a:spcPts val="0"/>
              </a:spcAft>
              <a:buChar char="•"/>
              <a:buClr>
                <a:schemeClr val="accent1"/>
              </a:buClr>
              <a:buFont typeface="Arial"/>
              <a:defRPr dirty="0" i="0" lang="en-US" sz="1600">
                <a:solidFill>
                  <a:schemeClr val="tx1"/>
                </a:solidFill>
                <a:latin typeface="Averia Serif Libre-light"/>
              </a:defRPr>
            </a:lvl1pPr>
            <a:lvl2pPr algn="l" indent="-285750" lvl="1" marL="742950" rtl="false">
              <a:lnSpc>
                <a:spcPct val="100000"/>
              </a:lnSpc>
              <a:spcBef>
                <a:spcPts val="300"/>
              </a:spcBef>
              <a:spcAft>
                <a:spcPts val="0"/>
              </a:spcAft>
              <a:buChar char="•"/>
              <a:buClr>
                <a:schemeClr val="accent1"/>
              </a:buClr>
              <a:buFont typeface="Arial"/>
              <a:defRPr dirty="0" i="0" lang="en-US" sz="1400">
                <a:solidFill>
                  <a:schemeClr val="tx1">
                    <a:lumMod val="85000"/>
                    <a:lumOff val="15000"/>
                  </a:schemeClr>
                </a:solidFill>
                <a:latin typeface="Averia Serif Libre-light"/>
              </a:defRPr>
            </a:lvl2pPr>
            <a:lvl3pPr algn="l" indent="-228600" lvl="2" marL="1143000" rtl="false">
              <a:lnSpc>
                <a:spcPct val="100000"/>
              </a:lnSpc>
              <a:spcBef>
                <a:spcPts val="300"/>
              </a:spcBef>
              <a:spcAft>
                <a:spcPts val="0"/>
              </a:spcAft>
              <a:buChar char="•"/>
              <a:buClr>
                <a:schemeClr val="accent1"/>
              </a:buClr>
              <a:buFont typeface="Arial"/>
              <a:defRPr dirty="0" i="0" lang="en-US" sz="1200">
                <a:solidFill>
                  <a:schemeClr val="tx1">
                    <a:lumMod val="75000"/>
                    <a:lumOff val="25000"/>
                  </a:schemeClr>
                </a:solidFill>
                <a:latin typeface="Averia Serif Libre-light"/>
              </a:defRPr>
            </a:lvl3pPr>
            <a:lvl4pPr algn="l" indent="-228600" lvl="3" marL="1600200" rtl="false">
              <a:lnSpc>
                <a:spcPct val="100000"/>
              </a:lnSpc>
              <a:spcBef>
                <a:spcPts val="300"/>
              </a:spcBef>
              <a:spcAft>
                <a:spcPts val="0"/>
              </a:spcAft>
              <a:buChar char="•"/>
              <a:buClr>
                <a:schemeClr val="accent1"/>
              </a:buClr>
              <a:buFont typeface="Arial"/>
              <a:defRPr dirty="0" i="0" lang="en-US" sz="1000">
                <a:solidFill>
                  <a:schemeClr val="tx1">
                    <a:lumMod val="65000"/>
                    <a:lumOff val="35000"/>
                  </a:schemeClr>
                </a:solidFill>
                <a:latin typeface="Averia Serif Libre-light"/>
              </a:defRPr>
            </a:lvl4pPr>
            <a:lvl5pPr algn="l" indent="-228600" lvl="4" marL="2057400" rtl="false">
              <a:lnSpc>
                <a:spcPct val="100000"/>
              </a:lnSpc>
              <a:spcBef>
                <a:spcPts val="300"/>
              </a:spcBef>
              <a:spcAft>
                <a:spcPts val="0"/>
              </a:spcAft>
              <a:buChar char="•"/>
              <a:buClr>
                <a:schemeClr val="accent1"/>
              </a:buClr>
              <a:buFont typeface="Arial"/>
              <a:defRPr dirty="0" i="0" lang="en-US" sz="900">
                <a:solidFill>
                  <a:schemeClr val="tx1">
                    <a:lumMod val="50000"/>
                    <a:lumOff val="50000"/>
                  </a:schemeClr>
                </a:solidFill>
                <a:latin typeface="Averia Serif Libre-light"/>
              </a:defRPr>
            </a:lvl5pPr>
            <a:lvl6pPr algn="l" indent="-228600" lvl="5" marL="25146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6pPr>
            <a:lvl7pPr algn="l" indent="-228600" lvl="6" marL="29718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7pPr>
            <a:lvl8pPr algn="l" indent="-228600" lvl="7" marL="34290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8pPr>
            <a:lvl9pPr algn="l" indent="-228600" lvl="8" marL="38862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9pPr>
          </a:lstStyle>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The wireless approach will </a:t>
            </a:r>
            <a:r>
              <a:rPr dirty="0" err="1" i="0" lang="en-US" sz="1600">
                <a:solidFill>
                  <a:schemeClr val="tx1"/>
                </a:solidFill>
                <a:latin typeface="Averia Serif Libre-light"/>
              </a:rPr>
              <a:t>utilize</a:t>
            </a:r>
            <a:r>
              <a:rPr dirty="0" i="0" lang="en-US" sz="1600">
                <a:solidFill>
                  <a:schemeClr val="tx1"/>
                </a:solidFill>
                <a:latin typeface="Averia Serif Libre-light"/>
              </a:rPr>
              <a:t> mobile phones connected to the coordinator's device as a relay microphone.</a:t>
            </a:r>
          </a:p>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The relay microphones will act as the microphone array and stream their individual audio live recordings to the coordinator.</a:t>
            </a:r>
            <a:endParaRPr dirty="0" i="0" lang="en-US" sz="1600">
              <a:solidFill>
                <a:schemeClr val="tx1"/>
              </a:solidFill>
              <a:latin typeface="Averia Serif Libre-light"/>
            </a:endParaRPr>
          </a:p>
        </p:txBody>
      </p:sp>
      <p:sp>
        <p:nvSpPr>
          <p:cNvPr id="4" name="Text Box 4">
            <a:extLst>
              <a:ext uri="{280F0DB6-6276-4C0B-8AF5-243759B8F926}">
                <a16:creationId xmlns:a16="http://schemas.microsoft.com/office/drawing/2010/main" id="{73C2AAD1-BF14-4839-B2E6-6F15211841BA}"/>
              </a:ext>
            </a:extLst>
          </p:cNvPr>
          <p:cNvSpPr txBox="1"/>
          <p:nvPr/>
        </p:nvSpPr>
        <p:spPr>
          <a:xfrm flipH="false" flipV="false" rot="0">
            <a:off x="5915768" y="-56616"/>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lang="en-US"/>
              <a:t>Kali </a:t>
            </a:r>
            <a:r>
              <a:rPr dirty="0" err="1" lang="en-US"/>
              <a:t>Nangia</a:t>
            </a:r>
            <a:r>
              <a:rPr dirty="0" lang="en-US"/>
              <a:t>    and    </a:t>
            </a:r>
            <a:r>
              <a:rPr dirty="0" err="1" lang="en-US"/>
              <a:t>Abhishek</a:t>
            </a:r>
            <a:r>
              <a:rPr dirty="0" lang="en-US"/>
              <a:t> Sinha</a:t>
            </a:r>
            <a:endParaRPr dirty="0" lang="en-US"/>
          </a:p>
        </p:txBody>
      </p:sp>
    </p:spTree>
    <p:extLst>
      <p:ext uri="{14F3A446-6862-414D-AB3D-B6AA9F78D131}">
        <p14:creationId xmlns:p14="http://schemas.microsoft.com/office/powerpoint/2010/main" val="1784042247790"/>
      </p:ext>
    </p:extLst>
  </p:cSld>
  <p:clrMapOvr>
    <a:masterClrMapping/>
  </p:clrMapOvr>
</p:sld>
</file>

<file path=ppt/slides/slide1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Content Placeholder 2">
            <a:extLst>
              <a:ext uri="{494DC919-5AF5-4A55-887E-1A102BB273E0}">
                <a16:creationId xmlns:a16="http://schemas.microsoft.com/office/drawing/2010/main" id="{BB3483EB-42BC-443F-BEC9-58EADE4D9E8C}"/>
              </a:ext>
            </a:extLst>
          </p:cNvPr>
          <p:cNvSpPr>
            <a:spLocks noGrp="true"/>
          </p:cNvSpPr>
          <p:nvPr>
            <p:ph idx="1"/>
          </p:nvPr>
        </p:nvSpPr>
        <p:spPr>
          <a:xfrm rot="0">
            <a:off x="0" y="500138"/>
            <a:ext cx="3990708" cy="3725894"/>
          </a:xfrm>
        </p:spPr>
        <p:txBody>
          <a:bodyPr rtlCol="0">
            <a:normAutofit fontScale="100000" lnSpcReduction="0"/>
          </a:bodyPr>
          <a:lstStyle/>
          <a:p>
            <a:pPr/>
            <a:r>
              <a:rPr dirty="0" lang="en-US"/>
              <a:t>The app will output</a:t>
            </a:r>
          </a:p>
          <a:p>
            <a:pPr lvl="1"/>
            <a:r>
              <a:rPr dirty="0" lang="en-US"/>
              <a:t>The coordinator's audio recording (com</a:t>
            </a:r>
            <a:r>
              <a:rPr dirty="0" lang="en-US"/>
              <a:t>bined from all)</a:t>
            </a:r>
          </a:p>
          <a:p>
            <a:pPr lvl="1"/>
            <a:r>
              <a:rPr dirty="0" lang="en-US"/>
              <a:t>Each individual's microphone audio rec</a:t>
            </a:r>
            <a:r>
              <a:rPr dirty="0" lang="en-US"/>
              <a:t>ording</a:t>
            </a:r>
          </a:p>
          <a:p>
            <a:pPr/>
            <a:r>
              <a:rPr dirty="0" lang="en-US"/>
              <a:t>These audio data will be then put through a pipeline for:</a:t>
            </a:r>
          </a:p>
          <a:p>
            <a:pPr lvl="1"/>
            <a:r>
              <a:rPr dirty="0" lang="en-US"/>
              <a:t>Noise Suppression</a:t>
            </a:r>
          </a:p>
          <a:p>
            <a:pPr lvl="1"/>
            <a:r>
              <a:rPr dirty="0" lang="en-US"/>
              <a:t>Speaker </a:t>
            </a:r>
            <a:r>
              <a:rPr dirty="0" lang="en-US"/>
              <a:t>D</a:t>
            </a:r>
            <a:r>
              <a:rPr dirty="0" lang="en-US"/>
              <a:t>iarization</a:t>
            </a:r>
          </a:p>
          <a:p>
            <a:pPr lvl="1"/>
            <a:r>
              <a:rPr dirty="0" lang="en-US"/>
              <a:t>Timestamps based Speaker Audio Splitter</a:t>
            </a:r>
          </a:p>
          <a:p>
            <a:pPr lvl="1"/>
            <a:r>
              <a:rPr dirty="0" lang="en-US"/>
              <a:t>Per speaker audio transcription</a:t>
            </a:r>
            <a:endParaRPr dirty="0" lang="en-US"/>
          </a:p>
        </p:txBody>
      </p:sp>
      <p:pic>
        <p:nvPicPr>
          <p:cNvPr id="3" name="Image 4">
            <a:extLst>
              <a:ext uri="{25F671A9-EE34-4ED4-82AF-8FBA61185925}">
                <a16:creationId xmlns:a16="http://schemas.microsoft.com/office/drawing/2010/main" id="{392EF0C4-96FC-4F3A-B52F-BE3FD8CE71E3}"/>
              </a:ext>
            </a:extLst>
          </p:cNvPr>
          <p:cNvPicPr>
            <a:picLocks noChangeAspect="true"/>
          </p:cNvPicPr>
          <p:nvPr/>
        </p:nvPicPr>
        <p:blipFill>
          <a:blip r:embed="rId2"/>
          <a:stretch>
            <a:fillRect/>
          </a:stretch>
        </p:blipFill>
        <p:spPr>
          <a:xfrm flipH="false" flipV="false" rot="0">
            <a:off x="4086958" y="0"/>
            <a:ext cx="5057041" cy="2282323"/>
          </a:xfrm>
          <a:prstGeom prst="rect">
            <a:avLst/>
          </a:prstGeom>
          <a:noFill/>
        </p:spPr>
      </p:pic>
      <p:pic>
        <p:nvPicPr>
          <p:cNvPr id="4" name="Image 3">
            <a:extLst>
              <a:ext uri="{9A25C940-4496-4D42-9181-32362527D570}">
                <a16:creationId xmlns:a16="http://schemas.microsoft.com/office/drawing/2010/main" id="{4207B2D9-0192-4AAC-84DF-8C0349209A7F}"/>
              </a:ext>
            </a:extLst>
          </p:cNvPr>
          <p:cNvPicPr>
            <a:picLocks noChangeAspect="true"/>
          </p:cNvPicPr>
          <p:nvPr/>
        </p:nvPicPr>
        <p:blipFill>
          <a:blip r:embed="rId3"/>
          <a:stretch>
            <a:fillRect/>
          </a:stretch>
        </p:blipFill>
        <p:spPr>
          <a:xfrm flipH="false" flipV="false" rot="0">
            <a:off x="4086958" y="2282323"/>
            <a:ext cx="5011740" cy="2300897"/>
          </a:xfrm>
          <a:prstGeom prst="rect">
            <a:avLst/>
          </a:prstGeom>
          <a:noFill/>
        </p:spPr>
      </p:pic>
      <p:sp>
        <p:nvSpPr>
          <p:cNvPr id="5" name="Text Box 4">
            <a:extLst>
              <a:ext uri="{7116DE70-D38D-4550-AF74-EDF8FF559BCD}">
                <a16:creationId xmlns:a16="http://schemas.microsoft.com/office/drawing/2010/main" id="{3367D469-D158-414A-9112-7163F9C3BE4B}"/>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0ABBB56A-5BAA-4410-B98C-51CB6CA1A323}">
        <p14:creationId xmlns:p14="http://schemas.microsoft.com/office/powerpoint/2010/main" val="1784042247792"/>
      </p:ext>
    </p:extLst>
  </p:cSld>
  <p:clrMapOvr>
    <a:masterClrMapping/>
  </p:clrMapOvr>
</p:sld>
</file>

<file path=ppt/slides/slide1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4">
            <a:extLst>
              <a:ext uri="{0F4F2E7C-ED15-4E1E-8847-09593CE35FA1}">
                <a16:creationId xmlns:a16="http://schemas.microsoft.com/office/drawing/2010/main" id="{A56349C0-00A7-4031-BF50-03D6BD0326A6}"/>
              </a:ext>
            </a:extLst>
          </p:cNvPr>
          <p:cNvPicPr>
            <a:picLocks noChangeAspect="true"/>
          </p:cNvPicPr>
          <p:nvPr/>
        </p:nvPicPr>
        <p:blipFill>
          <a:blip r:embed="rId2"/>
          <a:stretch>
            <a:fillRect/>
          </a:stretch>
        </p:blipFill>
        <p:spPr>
          <a:xfrm flipH="false" flipV="false" rot="0">
            <a:off x="-515397" y="347614"/>
            <a:ext cx="9975904" cy="4502286"/>
          </a:xfrm>
          <a:prstGeom prst="rect">
            <a:avLst/>
          </a:prstGeom>
          <a:noFill/>
        </p:spPr>
      </p:pic>
    </p:spTree>
    <p:extLst>
      <p:ext uri="{6E29209D-1EEE-441A-9F01-1B8246803310}">
        <p14:creationId xmlns:p14="http://schemas.microsoft.com/office/powerpoint/2010/main" val="1784042247793"/>
      </p:ext>
    </p:extLst>
  </p:cSld>
  <p:clrMapOvr>
    <a:masterClrMapping/>
  </p:clrMapOvr>
</p:sld>
</file>

<file path=ppt/slides/slide1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EE0C5D03-5C4A-45DE-8131-DB282164233A}">
                <a16:creationId xmlns:a16="http://schemas.microsoft.com/office/drawing/2010/main" id="{46CB1436-6FE5-48D5-8596-A2FF8F9540ED}"/>
              </a:ext>
            </a:extLst>
          </p:cNvPr>
          <p:cNvPicPr>
            <a:picLocks noChangeAspect="true"/>
          </p:cNvPicPr>
          <p:nvPr/>
        </p:nvPicPr>
        <p:blipFill>
          <a:blip r:embed="rId2"/>
          <a:stretch>
            <a:fillRect/>
          </a:stretch>
        </p:blipFill>
        <p:spPr>
          <a:xfrm flipH="false" flipV="false" rot="0">
            <a:off x="-898102" y="0"/>
            <a:ext cx="11203381" cy="5143500"/>
          </a:xfrm>
          <a:prstGeom prst="rect">
            <a:avLst/>
          </a:prstGeom>
          <a:noFill/>
        </p:spPr>
      </p:pic>
    </p:spTree>
    <p:extLst>
      <p:ext uri="{CDBFB48D-284D-4226-815E-19509A65F791}">
        <p14:creationId xmlns:p14="http://schemas.microsoft.com/office/powerpoint/2010/main" val="1784042247794"/>
      </p:ext>
    </p:extLst>
  </p:cSld>
  <p:clrMapOvr>
    <a:masterClrMapping/>
  </p:clrMapOvr>
</p:sld>
</file>

<file path=ppt/slides/slide1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D213E8C4-C8B8-4996-A500-9DC9496C5781}">
                <a16:creationId xmlns:a16="http://schemas.microsoft.com/office/drawing/2010/main" id="{C24F8C53-E4F2-4EF0-858E-ABE247DFD647}"/>
              </a:ext>
            </a:extLst>
          </p:cNvPr>
          <p:cNvSpPr>
            <a:spLocks noGrp="true"/>
          </p:cNvSpPr>
          <p:nvPr>
            <p:ph type="title"/>
          </p:nvPr>
        </p:nvSpPr>
        <p:spPr>
          <a:xfrm rot="0">
            <a:off x="-95307" y="2540193"/>
            <a:ext cx="3066869" cy="571500"/>
          </a:xfrm>
        </p:spPr>
        <p:txBody>
          <a:bodyPr rtlCol="0"/>
          <a:lstStyle/>
          <a:p>
            <a:pPr/>
            <a:r>
              <a:rPr dirty="0" lang="en-US" sz="2400"/>
              <a:t>Sequence </a:t>
            </a:r>
          </a:p>
          <a:p>
            <a:pPr/>
            <a:r>
              <a:rPr dirty="0" lang="en-US" sz="2800"/>
              <a:t>Diagram for</a:t>
            </a:r>
            <a:r>
              <a:rPr dirty="0" lang="en-US"/>
              <a:t> </a:t>
            </a:r>
          </a:p>
          <a:p>
            <a:pPr/>
            <a:r>
              <a:rPr dirty="0" lang="en-US"/>
              <a:t>Wireless Setup </a:t>
            </a:r>
            <a:endParaRPr dirty="0" lang="en-US"/>
          </a:p>
        </p:txBody>
      </p:sp>
      <p:pic>
        <p:nvPicPr>
          <p:cNvPr id="3" name="Image 2">
            <a:extLst>
              <a:ext uri="{7F1D440A-6B4D-49FF-8F0A-7FA0A8DBF2AD}">
                <a16:creationId xmlns:a16="http://schemas.microsoft.com/office/drawing/2010/main" id="{A1EE8CC2-4017-4D87-A3D0-20C02236C64E}"/>
              </a:ext>
            </a:extLst>
          </p:cNvPr>
          <p:cNvPicPr>
            <a:picLocks noChangeAspect="true"/>
          </p:cNvPicPr>
          <p:nvPr/>
        </p:nvPicPr>
        <p:blipFill>
          <a:blip r:embed="rId2"/>
          <a:stretch>
            <a:fillRect/>
          </a:stretch>
        </p:blipFill>
        <p:spPr>
          <a:xfrm flipH="false" flipV="false" rot="0">
            <a:off x="2852328" y="0"/>
            <a:ext cx="6291672" cy="5143500"/>
          </a:xfrm>
          <a:prstGeom prst="rect">
            <a:avLst/>
          </a:prstGeom>
          <a:noFill/>
        </p:spPr>
      </p:pic>
    </p:spTree>
    <p:extLst>
      <p:ext uri="{CFBFF0BF-7AA4-40C4-A68D-A180173DB694}">
        <p14:creationId xmlns:p14="http://schemas.microsoft.com/office/powerpoint/2010/main" val="1784042247796"/>
      </p:ext>
    </p:extLst>
  </p:cSld>
  <p:clrMapOvr>
    <a:masterClrMapping/>
  </p:clrMapOvr>
</p:sld>
</file>

<file path=ppt/slides/slide1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2">
            <a:extLst>
              <a:ext uri="{1F80743B-0837-4D1F-80C5-EE2B57336C1F}">
                <a16:creationId xmlns:a16="http://schemas.microsoft.com/office/drawing/2010/main" id="{5B8CC044-633B-4E3E-95BB-87583F024409}"/>
              </a:ext>
            </a:extLst>
          </p:cNvPr>
          <p:cNvPicPr>
            <a:picLocks noChangeAspect="true"/>
          </p:cNvPicPr>
          <p:nvPr/>
        </p:nvPicPr>
        <p:blipFill>
          <a:blip r:embed="rId2"/>
          <a:stretch>
            <a:fillRect/>
          </a:stretch>
        </p:blipFill>
        <p:spPr>
          <a:xfrm flipH="false" flipV="false" rot="0">
            <a:off x="2113892" y="0"/>
            <a:ext cx="7030112" cy="5143500"/>
          </a:xfrm>
          <a:prstGeom prst="rect">
            <a:avLst/>
          </a:prstGeom>
          <a:noFill/>
        </p:spPr>
      </p:pic>
      <p:sp>
        <p:nvSpPr>
          <p:cNvPr hidden="false" id="3" name="Title 7">
            <a:extLst>
              <a:ext uri="{408A3C03-0CC3-4FAC-B360-CB4CED89AEA5}">
                <a16:creationId xmlns:a16="http://schemas.microsoft.com/office/drawing/2010/main" id="{83ABF82F-54F6-445E-9E5C-3D30638EEF42}"/>
              </a:ext>
            </a:extLst>
          </p:cNvPr>
          <p:cNvSpPr txBox="1">
            <a:spLocks noGrp="true"/>
          </p:cNvSpPr>
          <p:nvPr/>
        </p:nvSpPr>
        <p:spPr>
          <a:xfrm rot="0">
            <a:off x="0" y="2540193"/>
            <a:ext cx="2852328" cy="571500"/>
          </a:xfrm>
          <a:prstGeom prst="rect">
            <a:avLst/>
          </a:prstGeom>
          <a:ln w="0">
            <a:noFill/>
            <a:round/>
          </a:ln>
          <a:effectLst/>
        </p:spPr>
        <p:txBody>
          <a:bodyPr anchor="b" bIns="45720" lIns="91440" numCol="1" rIns="91440" rtlCol="0" spcCol="0" tIns="45720">
            <a:noAutofit/>
          </a:bodyPr>
          <a:lstStyle>
            <a:lvl1pPr algn="l" lvl="0" marL="0" rtl="false">
              <a:lnSpc>
                <a:spcPct val="100000"/>
              </a:lnSpc>
              <a:spcBef>
                <a:spcPct val="0"/>
              </a:spcBef>
              <a:spcAft>
                <a:spcPts val="0"/>
              </a:spcAft>
              <a:buNone/>
              <a:defRPr b="1" dirty="0" i="0" lang="en-US" sz="3200">
                <a:solidFill>
                  <a:schemeClr val="tx1"/>
                </a:solidFill>
                <a:latin typeface="Averia Serif Libre"/>
              </a:defRPr>
            </a:lvl1pPr>
            <a:lvl2pPr algn="l" lvl="1" marL="457200" rtl="false">
              <a:lnSpc>
                <a:spcPct val="100000"/>
              </a:lnSpc>
              <a:spcBef>
                <a:spcPts val="0"/>
              </a:spcBef>
              <a:spcAft>
                <a:spcPts val="0"/>
              </a:spcAft>
              <a:defRPr dirty="0" lang="en-US" sz="1800">
                <a:solidFill>
                  <a:schemeClr val="tx1"/>
                </a:solidFill>
                <a:latin typeface="Averia Serif Libre"/>
              </a:defRPr>
            </a:lvl2pPr>
            <a:lvl3pPr algn="l" lvl="2" marL="914400" rtl="false">
              <a:lnSpc>
                <a:spcPct val="100000"/>
              </a:lnSpc>
              <a:spcBef>
                <a:spcPts val="0"/>
              </a:spcBef>
              <a:spcAft>
                <a:spcPts val="0"/>
              </a:spcAft>
              <a:defRPr dirty="0" lang="en-US" sz="1800">
                <a:solidFill>
                  <a:schemeClr val="tx1"/>
                </a:solidFill>
                <a:latin typeface="Averia Serif Libre"/>
              </a:defRPr>
            </a:lvl3pPr>
            <a:lvl4pPr algn="l" lvl="3" marL="1371600" rtl="false">
              <a:lnSpc>
                <a:spcPct val="100000"/>
              </a:lnSpc>
              <a:spcBef>
                <a:spcPts val="0"/>
              </a:spcBef>
              <a:spcAft>
                <a:spcPts val="0"/>
              </a:spcAft>
              <a:defRPr dirty="0" lang="en-US" sz="1800">
                <a:solidFill>
                  <a:schemeClr val="tx1"/>
                </a:solidFill>
                <a:latin typeface="Averia Serif Libre"/>
              </a:defRPr>
            </a:lvl4pPr>
            <a:lvl5pPr algn="l" lvl="4" marL="1828800" rtl="false">
              <a:lnSpc>
                <a:spcPct val="100000"/>
              </a:lnSpc>
              <a:spcBef>
                <a:spcPts val="0"/>
              </a:spcBef>
              <a:spcAft>
                <a:spcPts val="0"/>
              </a:spcAft>
              <a:defRPr dirty="0" lang="en-US" sz="1800">
                <a:solidFill>
                  <a:schemeClr val="tx1"/>
                </a:solidFill>
                <a:latin typeface="Averia Serif Libre"/>
              </a:defRPr>
            </a:lvl5pPr>
            <a:lvl6pPr algn="l" lvl="5" marL="2286000" rtl="false">
              <a:lnSpc>
                <a:spcPct val="100000"/>
              </a:lnSpc>
              <a:spcBef>
                <a:spcPts val="0"/>
              </a:spcBef>
              <a:spcAft>
                <a:spcPts val="0"/>
              </a:spcAft>
              <a:defRPr dirty="0" lang="en-US" sz="1800">
                <a:solidFill>
                  <a:schemeClr val="tx1"/>
                </a:solidFill>
                <a:latin typeface="Averia Serif Libre"/>
              </a:defRPr>
            </a:lvl6pPr>
            <a:lvl7pPr algn="l" lvl="6" marL="2743200" rtl="false">
              <a:lnSpc>
                <a:spcPct val="100000"/>
              </a:lnSpc>
              <a:spcBef>
                <a:spcPts val="0"/>
              </a:spcBef>
              <a:spcAft>
                <a:spcPts val="0"/>
              </a:spcAft>
              <a:defRPr dirty="0" lang="en-US" sz="1800">
                <a:solidFill>
                  <a:schemeClr val="tx1"/>
                </a:solidFill>
                <a:latin typeface="Averia Serif Libre"/>
              </a:defRPr>
            </a:lvl7pPr>
            <a:lvl8pPr algn="l" lvl="7" marL="3200400" rtl="false">
              <a:lnSpc>
                <a:spcPct val="100000"/>
              </a:lnSpc>
              <a:spcBef>
                <a:spcPts val="0"/>
              </a:spcBef>
              <a:spcAft>
                <a:spcPts val="0"/>
              </a:spcAft>
              <a:defRPr dirty="0" lang="en-US" sz="1800">
                <a:solidFill>
                  <a:schemeClr val="tx1"/>
                </a:solidFill>
                <a:latin typeface="Averia Serif Libre"/>
              </a:defRPr>
            </a:lvl8pPr>
            <a:lvl9pPr algn="l" lvl="8" marL="3657600" rtl="false">
              <a:lnSpc>
                <a:spcPct val="100000"/>
              </a:lnSpc>
              <a:spcBef>
                <a:spcPts val="0"/>
              </a:spcBef>
              <a:spcAft>
                <a:spcPts val="0"/>
              </a:spcAft>
              <a:defRPr dirty="0" lang="en-US" sz="1800">
                <a:solidFill>
                  <a:schemeClr val="tx1"/>
                </a:solidFill>
                <a:latin typeface="Averia Serif Libre"/>
              </a:defRPr>
            </a:lvl9pPr>
          </a:lstStyle>
          <a:p>
            <a:pPr algn="l" lvl="0" marL="0" rtl="false">
              <a:lnSpc>
                <a:spcPct val="100000"/>
              </a:lnSpc>
              <a:spcBef>
                <a:spcPct val="0"/>
              </a:spcBef>
              <a:spcAft>
                <a:spcPts val="0"/>
              </a:spcAft>
              <a:buNone/>
            </a:pPr>
            <a:r>
              <a:rPr b="1" dirty="0" i="0" lang="en-US" sz="2400">
                <a:solidFill>
                  <a:schemeClr val="tx1"/>
                </a:solidFill>
                <a:latin typeface="Averia Serif Libre"/>
              </a:rPr>
              <a:t>Sequence </a:t>
            </a:r>
            <a:r>
              <a:rPr b="1" dirty="0" i="0" lang="en-US" sz="2800">
                <a:solidFill>
                  <a:schemeClr val="tx1"/>
                </a:solidFill>
                <a:latin typeface="Averia Serif Libre"/>
              </a:rPr>
              <a:t>Diagram for</a:t>
            </a:r>
            <a:r>
              <a:rPr b="1" dirty="0" i="0" lang="en-US" sz="3200">
                <a:solidFill>
                  <a:schemeClr val="tx1"/>
                </a:solidFill>
                <a:latin typeface="Averia Serif Libre"/>
              </a:rPr>
              <a:t> Wired Setup </a:t>
            </a:r>
            <a:endParaRPr b="1" dirty="0" i="0" lang="en-US" sz="3200">
              <a:solidFill>
                <a:schemeClr val="tx1"/>
              </a:solidFill>
              <a:latin typeface="Averia Serif Libre"/>
            </a:endParaRPr>
          </a:p>
        </p:txBody>
      </p:sp>
    </p:spTree>
    <p:extLst>
      <p:ext uri="{8FA78C3E-D012-4CCF-85F7-91CC44A277D3}">
        <p14:creationId xmlns:p14="http://schemas.microsoft.com/office/powerpoint/2010/main" val="1784042247797"/>
      </p:ext>
    </p:extLst>
  </p:cSld>
  <p:clrMapOvr>
    <a:masterClrMapping/>
  </p:clrMapOvr>
</p:sld>
</file>

<file path=ppt/slides/slide1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pic>
        <p:nvPicPr>
          <p:cNvPr id="2" name="Image 1">
            <a:extLst>
              <a:ext uri="{B46E1567-8F3B-4466-B3B3-81C47B7ED748}">
                <a16:creationId xmlns:a16="http://schemas.microsoft.com/office/drawing/2010/main" id="{B7788149-B012-4B10-9E76-A9ACA64AAD09}"/>
              </a:ext>
            </a:extLst>
          </p:cNvPr>
          <p:cNvPicPr>
            <a:picLocks noChangeAspect="true"/>
          </p:cNvPicPr>
          <p:nvPr/>
        </p:nvPicPr>
        <p:blipFill>
          <a:blip r:embed="rId2"/>
          <a:stretch>
            <a:fillRect/>
          </a:stretch>
        </p:blipFill>
        <p:spPr>
          <a:xfrm flipH="false" flipV="false" rot="0">
            <a:off x="683437" y="725081"/>
            <a:ext cx="7777114" cy="4418419"/>
          </a:xfrm>
          <a:prstGeom prst="rect">
            <a:avLst/>
          </a:prstGeom>
          <a:noFill/>
        </p:spPr>
      </p:pic>
      <p:sp>
        <p:nvSpPr>
          <p:cNvPr id="3" name="Text Box 2">
            <a:extLst>
              <a:ext uri="{C942ABFF-61F2-4A11-8A93-51773B3C17B8}">
                <a16:creationId xmlns:a16="http://schemas.microsoft.com/office/drawing/2010/main" id="{8FF6C1B4-8FF0-4DEB-AB78-B7B9266253A3}"/>
              </a:ext>
            </a:extLst>
          </p:cNvPr>
          <p:cNvSpPr txBox="1"/>
          <p:nvPr/>
        </p:nvSpPr>
        <p:spPr>
          <a:xfrm flipH="false" flipV="false" rot="0">
            <a:off x="1603857" y="298665"/>
            <a:ext cx="1905000" cy="308552"/>
          </a:xfrm>
          <a:prstGeom prst="rect">
            <a:avLst/>
          </a:prstGeom>
        </p:spPr>
        <p:txBody>
          <a:bodyPr anchor="t" bIns="47625" lIns="95250" rIns="95250" rtlCol="0" tIns="47625">
            <a:spAutoFit/>
          </a:bodyPr>
          <a:lstStyle/>
          <a:p>
            <a:pPr>
              <a:defRPr dirty="0" lang="en-US" sz="1400"/>
            </a:pPr>
            <a:r>
              <a:rPr dirty="0" lang="en-US"/>
              <a:t>Noise Suppresion</a:t>
            </a:r>
            <a:endParaRPr dirty="0" lang="en-US"/>
          </a:p>
        </p:txBody>
      </p:sp>
      <p:sp>
        <p:nvSpPr>
          <p:cNvPr id="4" name="Text Box 3">
            <a:extLst>
              <a:ext uri="{1EB0042D-E023-4256-95CC-45EAA71673BF}">
                <a16:creationId xmlns:a16="http://schemas.microsoft.com/office/drawing/2010/main" id="{82156E71-EDCA-4458-8E5F-098C5E289DF4}"/>
              </a:ext>
            </a:extLst>
          </p:cNvPr>
          <p:cNvSpPr txBox="1"/>
          <p:nvPr/>
        </p:nvSpPr>
        <p:spPr>
          <a:xfrm flipH="false" flipV="false" rot="0">
            <a:off x="5491353" y="317534"/>
            <a:ext cx="1905000" cy="308552"/>
          </a:xfrm>
          <a:prstGeom prst="rect">
            <a:avLst/>
          </a:prstGeom>
        </p:spPr>
        <p:txBody>
          <a:bodyPr anchor="t" bIns="47625" lIns="95250" rIns="95250" rtlCol="0" tIns="47625">
            <a:spAutoFit/>
          </a:bodyPr>
          <a:lstStyle/>
          <a:p>
            <a:pPr>
              <a:defRPr dirty="0" lang="en-US" sz="1400"/>
            </a:pPr>
            <a:r>
              <a:rPr dirty="0" lang="en-US"/>
              <a:t>Speaker Diarization</a:t>
            </a:r>
            <a:endParaRPr dirty="0" lang="en-US"/>
          </a:p>
        </p:txBody>
      </p:sp>
      <p:sp>
        <p:nvSpPr>
          <p:cNvPr id="5" name="Text Box 4">
            <a:extLst>
              <a:ext uri="{8B35BDCE-8905-4193-9619-2201BAE74D34}">
                <a16:creationId xmlns:a16="http://schemas.microsoft.com/office/drawing/2010/main" id="{1A6364CC-5898-464A-96E3-BB22221D7232}"/>
              </a:ext>
            </a:extLst>
          </p:cNvPr>
          <p:cNvSpPr txBox="1"/>
          <p:nvPr/>
        </p:nvSpPr>
        <p:spPr>
          <a:xfrm flipH="false" flipV="false" rot="0">
            <a:off x="7586024" y="-75495"/>
            <a:ext cx="1548536"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a:t>
            </a:r>
            <a:endParaRPr dirty="0" lang="en-US"/>
          </a:p>
        </p:txBody>
      </p:sp>
    </p:spTree>
    <p:extLst>
      <p:ext uri="{57AB6B77-F0D7-4CED-BB92-B844D03AD0A1}">
        <p14:creationId xmlns:p14="http://schemas.microsoft.com/office/powerpoint/2010/main" val="1784042247799"/>
      </p:ext>
    </p:extLst>
  </p:cSld>
  <p:clrMapOvr>
    <a:masterClrMapping/>
  </p:clrMapOvr>
</p:sld>
</file>

<file path=ppt/slides/slide1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6FB6CE91-24B7-46DC-A1E7-8B9D226F87B0}">
                <a16:creationId xmlns:a16="http://schemas.microsoft.com/office/drawing/2010/main" id="{D3F6EFE7-A8CD-4EF5-9BD0-0590DBB0827C}"/>
              </a:ext>
            </a:extLst>
          </p:cNvPr>
          <p:cNvSpPr>
            <a:spLocks noGrp="true"/>
          </p:cNvSpPr>
          <p:nvPr>
            <p:ph type="title"/>
          </p:nvPr>
        </p:nvSpPr>
        <p:spPr>
          <a:xfrm rot="0">
            <a:off x="762000" y="190500"/>
            <a:ext cx="7620000" cy="571500"/>
          </a:xfrm>
        </p:spPr>
        <p:txBody>
          <a:bodyPr rtlCol="0"/>
          <a:lstStyle/>
          <a:p>
            <a:pPr/>
            <a:r>
              <a:rPr dirty="0" lang="en-US"/>
              <a:t>Limitations</a:t>
            </a:r>
            <a:endParaRPr dirty="0" lang="en-US"/>
          </a:p>
        </p:txBody>
      </p:sp>
      <p:sp>
        <p:nvSpPr>
          <p:cNvPr id="3" name="Content Placeholder 2">
            <a:extLst>
              <a:ext uri="{5DD70F26-F7CB-4FEF-A7F6-E4F6A80D3CE8}">
                <a16:creationId xmlns:a16="http://schemas.microsoft.com/office/drawing/2010/main" id="{5FE562A6-0EAF-4500-B061-D4D8F6AA012B}"/>
              </a:ext>
            </a:extLst>
          </p:cNvPr>
          <p:cNvSpPr>
            <a:spLocks noGrp="true"/>
          </p:cNvSpPr>
          <p:nvPr>
            <p:ph idx="1"/>
          </p:nvPr>
        </p:nvSpPr>
        <p:spPr>
          <a:xfrm rot="0">
            <a:off x="762000" y="970426"/>
            <a:ext cx="7620000" cy="3315824"/>
          </a:xfrm>
        </p:spPr>
        <p:txBody>
          <a:bodyPr rtlCol="0"/>
          <a:lstStyle/>
          <a:p>
            <a:pPr/>
            <a:r>
              <a:rPr dirty="0" lang="en-US"/>
              <a:t>Currently, the transcription stage can only </a:t>
            </a:r>
            <a:r>
              <a:rPr dirty="0" err="1" lang="en-US"/>
              <a:t>accomodate</a:t>
            </a:r>
            <a:r>
              <a:rPr dirty="0" lang="en-US"/>
              <a:t> </a:t>
            </a:r>
            <a:r>
              <a:rPr dirty="0" err="1" lang="en-US"/>
              <a:t>punjabi</a:t>
            </a:r>
            <a:r>
              <a:rPr dirty="0" lang="en-US"/>
              <a:t> i.e. </a:t>
            </a:r>
            <a:r>
              <a:rPr dirty="0" err="1" lang="en-US"/>
              <a:t>Gurmukhi</a:t>
            </a:r>
            <a:r>
              <a:rPr dirty="0" lang="en-US"/>
              <a:t> language.</a:t>
            </a:r>
          </a:p>
          <a:p>
            <a:pPr/>
            <a:r>
              <a:rPr dirty="0" lang="en-US"/>
              <a:t>Mics must be connected to the coordinator device to join the session.</a:t>
            </a:r>
          </a:p>
          <a:p>
            <a:pPr/>
            <a:r>
              <a:rPr dirty="0" lang="en-US"/>
              <a:t>Currently There is no fallback in case transcription fails due to unforeseen circumstances.</a:t>
            </a:r>
          </a:p>
          <a:p>
            <a:pPr/>
            <a:r>
              <a:rPr dirty="0" lang="en-US"/>
              <a:t>Transcription time is longer due to no presence of </a:t>
            </a:r>
            <a:r>
              <a:rPr dirty="0" err="1" lang="en-US"/>
              <a:t>VAD</a:t>
            </a:r>
            <a:r>
              <a:rPr dirty="0" lang="en-US"/>
              <a:t> based splitting in the audio. </a:t>
            </a:r>
          </a:p>
          <a:p>
            <a:pPr/>
            <a:r>
              <a:rPr dirty="0" lang="en-US"/>
              <a:t/>
            </a:r>
            <a:endParaRPr dirty="0" lang="en-US"/>
          </a:p>
        </p:txBody>
      </p:sp>
      <p:sp>
        <p:nvSpPr>
          <p:cNvPr id="4" name="Text Box 4">
            <a:extLst>
              <a:ext uri="{5B140401-BA2B-4997-A366-603390597217}">
                <a16:creationId xmlns:a16="http://schemas.microsoft.com/office/drawing/2010/main" id="{216AE50E-BA02-4B3E-AB67-C4BB4AA734C7}"/>
              </a:ext>
            </a:extLst>
          </p:cNvPr>
          <p:cNvSpPr txBox="1"/>
          <p:nvPr/>
        </p:nvSpPr>
        <p:spPr>
          <a:xfrm flipH="false" flipV="false" rot="0">
            <a:off x="5934637" y="3904469"/>
            <a:ext cx="3209363" cy="948461"/>
          </a:xfrm>
          <a:prstGeom prst="rect">
            <a:avLst/>
          </a:prstGeom>
        </p:spPr>
        <p:txBody>
          <a:bodyPr anchor="t" bIns="47625" lIns="95250" rIns="95250" rtlCol="0" tIns="47625">
            <a:spAutoFit/>
          </a:bodyPr>
          <a:lstStyle/>
          <a:p>
            <a:pPr>
              <a:defRPr dirty="0" lang="en-US" sz="1400"/>
            </a:pPr>
            <a:r>
              <a:rPr dirty="0" lang="en-US"/>
              <a:t>By </a:t>
            </a:r>
          </a:p>
          <a:p>
            <a:pPr indent="-342900" marL="342900">
              <a:buChar char="•"/>
              <a:buFont typeface="Arial"/>
              <a:defRPr dirty="0" lang="en-US" sz="1400"/>
            </a:pPr>
            <a:r>
              <a:rPr dirty="0" err="1" lang="en-US"/>
              <a:t>Abhishek</a:t>
            </a:r>
            <a:r>
              <a:rPr dirty="0" lang="en-US"/>
              <a:t> Sinha</a:t>
            </a:r>
          </a:p>
          <a:p>
            <a:pPr indent="-342900" marL="342900">
              <a:buChar char="•"/>
              <a:buFont typeface="Arial"/>
              <a:defRPr dirty="0" lang="en-US" sz="1400"/>
            </a:pPr>
            <a:r>
              <a:rPr dirty="0" lang="en-US"/>
              <a:t>Kali </a:t>
            </a:r>
            <a:r>
              <a:rPr dirty="0" err="1" lang="en-US"/>
              <a:t>Nangia</a:t>
            </a:r>
          </a:p>
          <a:p>
            <a:pPr indent="-342900" marL="342900">
              <a:buChar char="•"/>
              <a:buFont typeface="Arial"/>
              <a:defRPr dirty="0" lang="en-US" sz="1400"/>
            </a:pPr>
            <a:r>
              <a:rPr dirty="0" lang="en-US"/>
              <a:t>M. Akshay Kumar</a:t>
            </a:r>
            <a:endParaRPr dirty="0" lang="en-US"/>
          </a:p>
        </p:txBody>
      </p:sp>
    </p:spTree>
    <p:extLst>
      <p:ext uri="{8F30E21E-47B6-4E82-8450-2B06A32CB061}">
        <p14:creationId xmlns:p14="http://schemas.microsoft.com/office/powerpoint/2010/main" val="1784042247800"/>
      </p:ext>
    </p:extLst>
  </p:cSld>
  <p:clrMapOvr>
    <a:masterClrMapping/>
  </p:clrMapOvr>
</p:sld>
</file>

<file path=ppt/slides/slide2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0144292C-07A8-4595-ABDA-5DBCB73004E5}">
                <a16:creationId xmlns:a16="http://schemas.microsoft.com/office/drawing/2010/main" id="{08B6234D-D190-4EB9-8E46-E0BAFCE4B0C6}"/>
              </a:ext>
            </a:extLst>
          </p:cNvPr>
          <p:cNvSpPr>
            <a:spLocks noGrp="true"/>
          </p:cNvSpPr>
          <p:nvPr>
            <p:ph type="title"/>
          </p:nvPr>
        </p:nvSpPr>
        <p:spPr>
          <a:xfrm rot="0">
            <a:off x="762000" y="0"/>
            <a:ext cx="7620000" cy="571500"/>
          </a:xfrm>
        </p:spPr>
        <p:txBody>
          <a:bodyPr rtlCol="0"/>
          <a:lstStyle/>
          <a:p>
            <a:pPr/>
            <a:r>
              <a:rPr dirty="0" lang="en-US"/>
              <a:t>Fine Tuning Details</a:t>
            </a:r>
            <a:endParaRPr dirty="0" lang="en-US"/>
          </a:p>
        </p:txBody>
      </p:sp>
      <p:sp>
        <p:nvSpPr>
          <p:cNvPr id="3" name="Content Placeholder 2">
            <a:extLst>
              <a:ext uri="{FE8D1C17-F3DA-456A-84EA-11699D5BC151}">
                <a16:creationId xmlns:a16="http://schemas.microsoft.com/office/drawing/2010/main" id="{73F917D5-4506-4F46-9258-991CBBFF96E7}"/>
              </a:ext>
            </a:extLst>
          </p:cNvPr>
          <p:cNvSpPr>
            <a:spLocks noGrp="true"/>
          </p:cNvSpPr>
          <p:nvPr>
            <p:ph idx="1"/>
          </p:nvPr>
        </p:nvSpPr>
        <p:spPr>
          <a:xfrm rot="0">
            <a:off x="762000" y="731329"/>
            <a:ext cx="7620000" cy="3655123"/>
          </a:xfrm>
        </p:spPr>
        <p:txBody>
          <a:bodyPr rtlCol="0">
            <a:normAutofit fontScale="100000" lnSpcReduction="0"/>
          </a:bodyPr>
          <a:lstStyle/>
          <a:p>
            <a:pPr/>
            <a:r>
              <a:rPr dirty="0" lang="en-US"/>
              <a:t>Our Current best model uses 8-bit </a:t>
            </a:r>
            <a:r>
              <a:rPr dirty="0" err="1" lang="en-US"/>
              <a:t>quantised</a:t>
            </a:r>
            <a:r>
              <a:rPr dirty="0" lang="en-US"/>
              <a:t> LORA on whisper turbo</a:t>
            </a:r>
          </a:p>
          <a:p>
            <a:pPr/>
            <a:r>
              <a:rPr dirty="0" lang="en-US"/>
              <a:t>Tuning Layers:</a:t>
            </a:r>
          </a:p>
          <a:p>
            <a:pPr lvl="1"/>
            <a:r>
              <a:rPr dirty="0" lang="en-US"/>
              <a:t>Q_proj (What to look for)</a:t>
            </a:r>
          </a:p>
          <a:p>
            <a:pPr lvl="1"/>
            <a:r>
              <a:rPr dirty="0" lang="en-US"/>
              <a:t>V_proj (What info to carry forward)</a:t>
            </a:r>
          </a:p>
          <a:p>
            <a:pPr lvl="0"/>
            <a:r>
              <a:rPr dirty="0" lang="en-US"/>
              <a:t>Dataset: </a:t>
            </a:r>
            <a:r>
              <a:rPr dirty="0" lang="en-US">
                <a:hlinkClick r:id="rId2"/>
              </a:rPr>
              <a:t>8 hours of </a:t>
            </a:r>
            <a:r>
              <a:rPr dirty="0" err="1" lang="en-US">
                <a:hlinkClick r:id="rId3"/>
              </a:rPr>
              <a:t>Gurmukhi</a:t>
            </a:r>
            <a:r>
              <a:rPr dirty="0" lang="en-US">
                <a:hlinkClick r:id="rId4"/>
              </a:rPr>
              <a:t> Audio with transcript.</a:t>
            </a:r>
          </a:p>
          <a:p>
            <a:pPr lvl="0"/>
            <a:r>
              <a:rPr dirty="0" lang="en-US">
                <a:hlinkClick r:id="rId5"/>
              </a:rPr>
              <a:t>Link to Model </a:t>
            </a:r>
          </a:p>
          <a:p>
            <a:pPr lvl="0"/>
            <a:r>
              <a:rPr dirty="0" lang="en-US"/>
              <a:t/>
            </a:r>
          </a:p>
          <a:p>
            <a:pPr lvl="0"/>
            <a:r>
              <a:rPr dirty="0" lang="en-US"/>
              <a:t>Going forward, We will increase the data and layers for better results:</a:t>
            </a:r>
          </a:p>
          <a:p>
            <a:pPr lvl="1"/>
            <a:r>
              <a:rPr dirty="0" lang="en-US"/>
              <a:t>20H dataset</a:t>
            </a:r>
          </a:p>
          <a:p>
            <a:pPr lvl="1"/>
            <a:r>
              <a:rPr dirty="0" lang="en-US"/>
              <a:t>K_proj (What information exists)</a:t>
            </a:r>
          </a:p>
          <a:p>
            <a:pPr lvl="1"/>
            <a:r>
              <a:rPr dirty="0" lang="en-US"/>
              <a:t>Out_proj (How to combine the attended data)</a:t>
            </a:r>
            <a:endParaRPr dirty="0" lang="en-US"/>
          </a:p>
        </p:txBody>
      </p:sp>
      <p:sp>
        <p:nvSpPr>
          <p:cNvPr id="4" name="Text Box 4">
            <a:extLst>
              <a:ext uri="{B8F9F46D-F561-493A-B1FB-0A1EFA3B4E69}">
                <a16:creationId xmlns:a16="http://schemas.microsoft.com/office/drawing/2010/main" id="{1EBFBB0C-1BC6-498C-B7C7-3EEF167BE470}"/>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Abhishek</a:t>
            </a:r>
            <a:r>
              <a:rPr dirty="0" lang="en-US"/>
              <a:t> Sinha &amp; M. Akshay Kumar</a:t>
            </a:r>
            <a:endParaRPr dirty="0" lang="en-US"/>
          </a:p>
        </p:txBody>
      </p:sp>
    </p:spTree>
    <p:extLst>
      <p:ext uri="{E1FAB183-85E2-4A0A-B7C6-97E4B096C3B2}">
        <p14:creationId xmlns:p14="http://schemas.microsoft.com/office/powerpoint/2010/main" val="1784042247802"/>
      </p:ext>
    </p:extLst>
  </p:cSld>
  <p:clrMapOvr>
    <a:masterClrMapping/>
  </p:clrMapOvr>
</p:sld>
</file>

<file path=ppt/slides/slide2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graphicFrame>
        <p:nvGraphicFramePr>
          <p:cNvPr id="2" name="Content Placeholder 2">
            <a:extLst>
              <a:ext uri="{C5C28723-71FD-48B6-AC48-90A7F824E1EC}">
                <a16:creationId xmlns:a16="http://schemas.microsoft.com/office/drawing/2010/main" id="{670EF34D-2225-4274-9E0D-8DBA66BC867A}"/>
              </a:ext>
            </a:extLst>
          </p:cNvPr>
          <p:cNvGraphicFramePr>
            <a:graphicFrameLocks noGrp="true"/>
          </p:cNvGraphicFramePr>
          <p:nvPr>
            <p:ph idx="1"/>
          </p:nvPr>
        </p:nvGraphicFramePr>
        <p:xfrm rot="0">
          <a:off x="283111" y="658558"/>
          <a:ext cx="8577786" cy="4635665"/>
        </p:xfrm>
        <a:graphic>
          <a:graphicData uri="http://schemas.openxmlformats.org/drawingml/2006/table">
            <a:tbl>
              <a:tblPr bandCol="1" firstCol="1" firstRow="1">
                <a:tableStyleId>{3EB272F0-14C3-4207-8D97-EB4935A3DB99}</a:tableStyleId>
              </a:tblPr>
              <a:tblGrid>
                <a:gridCol w="2859262"/>
                <a:gridCol w="2859262"/>
                <a:gridCol w="2859262"/>
              </a:tblGrid>
              <a:tr h="0">
                <a:tc>
                  <a:txBody>
                    <a:bodyPr bIns="47625" lIns="95250" rIns="95250" rtlCol="0" tIns="47625"/>
                    <a:lstStyle/>
                    <a:p>
                      <a:pPr/>
                      <a:r>
                        <a:rPr dirty="0" lang="en-US"/>
                        <a:t>Models</a:t>
                      </a:r>
                      <a:endParaRPr dirty="0" lang="en-US"/>
                    </a:p>
                  </a:txBody>
                  <a:tcPr/>
                </a:tc>
                <a:tc>
                  <a:txBody>
                    <a:bodyPr bIns="47625" lIns="95250" rIns="95250" rtlCol="0" tIns="47625"/>
                    <a:lstStyle/>
                    <a:p>
                      <a:pPr/>
                      <a:r>
                        <a:rPr dirty="0" lang="en-US"/>
                        <a:t>WER</a:t>
                      </a:r>
                      <a:endParaRPr dirty="0" lang="en-US"/>
                    </a:p>
                  </a:txBody>
                  <a:tcPr/>
                </a:tc>
                <a:tc>
                  <a:txBody>
                    <a:bodyPr bIns="47625" lIns="95250" rIns="95250" rtlCol="0" tIns="47625"/>
                    <a:lstStyle/>
                    <a:p>
                      <a:pPr/>
                      <a:r>
                        <a:rPr dirty="0" lang="en-US"/>
                        <a:t>STATUS</a:t>
                      </a:r>
                      <a:endParaRPr dirty="0" lang="en-US"/>
                    </a:p>
                  </a:txBody>
                  <a:tcPr/>
                </a:tc>
              </a:tr>
              <a:tr h="772611">
                <a:tc>
                  <a:txBody>
                    <a:bodyPr bIns="47625" lIns="95250" rIns="95250" rtlCol="0" tIns="47625"/>
                    <a:lstStyle/>
                    <a:p>
                      <a:pPr/>
                      <a:r>
                        <a:rPr dirty="0" lang="en-US">
                          <a:latin typeface="Mona Sans VF"/>
                        </a:rPr>
                        <a:t>Garden2006/whisper-large-v3-turbo-gurmukhi-lora</a:t>
                      </a:r>
                      <a:endParaRPr dirty="0" lang="en-US">
                        <a:latin typeface="Mona Sans VF"/>
                      </a:endParaRPr>
                    </a:p>
                  </a:txBody>
                  <a:tcPr/>
                </a:tc>
                <a:tc>
                  <a:txBody>
                    <a:bodyPr bIns="47625" lIns="95250" rIns="95250" rtlCol="0" tIns="47625"/>
                    <a:lstStyle/>
                    <a:p>
                      <a:pPr/>
                      <a:r>
                        <a:rPr dirty="0" lang="en-US">
                          <a:latin typeface="Mona Sans VF"/>
                        </a:rPr>
                        <a:t>0.7246</a:t>
                      </a:r>
                      <a:endParaRPr dirty="0" lang="en-US">
                        <a:latin typeface="Mona Sans VF"/>
                      </a:endParaRPr>
                    </a:p>
                  </a:txBody>
                  <a:tcPr/>
                </a:tc>
                <a:tc>
                  <a:txBody>
                    <a:bodyPr bIns="47625" lIns="95250" rIns="95250" rtlCol="0" tIns="47625"/>
                    <a:lstStyle/>
                    <a:p>
                      <a:pPr/>
                      <a:r>
                        <a:rPr dirty="0" lang="en-US">
                          <a:latin typeface="Mona Sans VF"/>
                        </a:rPr>
                        <a:t>Completed</a:t>
                      </a:r>
                      <a:endParaRPr dirty="0" lang="en-US">
                        <a:latin typeface="Mona Sans VF"/>
                      </a:endParaRPr>
                    </a:p>
                  </a:txBody>
                  <a:tcPr/>
                </a:tc>
              </a:tr>
              <a:tr h="772611">
                <a:tc>
                  <a:txBody>
                    <a:bodyPr bIns="47625" lIns="95250" rIns="95250" rtlCol="0" tIns="47625"/>
                    <a:lstStyle/>
                    <a:p>
                      <a:pPr/>
                      <a:r>
                        <a:rPr dirty="0" lang="en-US">
                          <a:latin typeface="Mona Sans VF"/>
                        </a:rPr>
                        <a:t>abhi8799/whisper-large-v3-turbo-gurmukhi-lora</a:t>
                      </a:r>
                      <a:endParaRPr dirty="0" lang="en-US">
                        <a:latin typeface="Mona Sans VF"/>
                      </a:endParaRPr>
                    </a:p>
                  </a:txBody>
                  <a:tcPr/>
                </a:tc>
                <a:tc>
                  <a:txBody>
                    <a:bodyPr bIns="47625" lIns="95250" rIns="95250" rtlCol="0" tIns="47625"/>
                    <a:lstStyle/>
                    <a:p>
                      <a:pPr/>
                      <a:r>
                        <a:rPr dirty="0" lang="en-US">
                          <a:latin typeface="Mona Sans VF"/>
                        </a:rPr>
                        <a:t>0.811</a:t>
                      </a:r>
                      <a:endParaRPr dirty="0" lang="en-US">
                        <a:latin typeface="Mona Sans VF"/>
                      </a:endParaRPr>
                    </a:p>
                  </a:txBody>
                  <a:tcPr/>
                </a:tc>
                <a:tc>
                  <a:txBody>
                    <a:bodyPr bIns="47625" lIns="95250" rIns="95250" rtlCol="0" tIns="47625"/>
                    <a:lstStyle/>
                    <a:p>
                      <a:pPr/>
                      <a:r>
                        <a:rPr dirty="0" lang="en-US">
                          <a:latin typeface="Mona Sans VF"/>
                        </a:rPr>
                        <a:t>Completed</a:t>
                      </a:r>
                      <a:endParaRPr dirty="0" lang="en-US">
                        <a:latin typeface="Mona Sans VF"/>
                      </a:endParaRPr>
                    </a:p>
                  </a:txBody>
                  <a:tcPr/>
                </a:tc>
              </a:tr>
              <a:tr h="772611">
                <a:tc>
                  <a:txBody>
                    <a:bodyPr bIns="47625" lIns="95250" rIns="95250" rtlCol="0" tIns="47625"/>
                    <a:lstStyle/>
                    <a:p>
                      <a:pPr/>
                      <a:r>
                        <a:rPr dirty="0" lang="en-US">
                          <a:latin typeface="Mona Sans VF"/>
                        </a:rPr>
                        <a:t>abhi8799/whisper-small-gurmukhi-lora</a:t>
                      </a:r>
                      <a:endParaRPr dirty="0" lang="en-US">
                        <a:latin typeface="Mona Sans VF"/>
                      </a:endParaRPr>
                    </a:p>
                  </a:txBody>
                  <a:tcPr/>
                </a:tc>
                <a:tc>
                  <a:txBody>
                    <a:bodyPr bIns="47625" lIns="95250" rIns="95250" rtlCol="0" tIns="47625"/>
                    <a:lstStyle/>
                    <a:p>
                      <a:pPr/>
                      <a:r>
                        <a:rPr dirty="0" lang="en-US">
                          <a:latin typeface="Mona Sans VF"/>
                        </a:rPr>
                        <a:t>0.9064</a:t>
                      </a:r>
                      <a:endParaRPr dirty="0" lang="en-US">
                        <a:latin typeface="Mona Sans VF"/>
                      </a:endParaRPr>
                    </a:p>
                  </a:txBody>
                  <a:tcPr/>
                </a:tc>
                <a:tc>
                  <a:txBody>
                    <a:bodyPr bIns="47625" lIns="95250" rIns="95250" rtlCol="0" tIns="47625"/>
                    <a:lstStyle/>
                    <a:p>
                      <a:pPr/>
                      <a:r>
                        <a:rPr dirty="0" lang="en-US">
                          <a:latin typeface="Mona Sans VF"/>
                        </a:rPr>
                        <a:t>Completed</a:t>
                      </a:r>
                      <a:endParaRPr dirty="0" lang="en-US">
                        <a:latin typeface="Mona Sans VF"/>
                      </a:endParaRPr>
                    </a:p>
                  </a:txBody>
                  <a:tcPr/>
                </a:tc>
              </a:tr>
              <a:tr h="772611">
                <a:tc>
                  <a:txBody>
                    <a:bodyPr bIns="47625" lIns="95250" rIns="95250" rtlCol="0" tIns="47625"/>
                    <a:lstStyle/>
                    <a:p>
                      <a:pPr/>
                      <a:r>
                        <a:rPr dirty="0" lang="en-US">
                          <a:latin typeface="Mona Sans VF"/>
                        </a:rPr>
                        <a:t>KaliNangia/whisper-large-v3-turbo-gurmukhi-lora</a:t>
                      </a:r>
                      <a:endParaRPr dirty="0" lang="en-US">
                        <a:latin typeface="Mona Sans VF"/>
                      </a:endParaRPr>
                    </a:p>
                  </a:txBody>
                  <a:tcPr/>
                </a:tc>
                <a:tc>
                  <a:txBody>
                    <a:bodyPr bIns="47625" lIns="95250" rIns="95250" rtlCol="0" tIns="47625"/>
                    <a:lstStyle/>
                    <a:p>
                      <a:pPr/>
                      <a:r>
                        <a:rPr dirty="0" lang="en-US">
                          <a:latin typeface="Mona Sans VF"/>
                        </a:rPr>
                        <a:t>0.802</a:t>
                      </a:r>
                      <a:endParaRPr dirty="0" lang="en-US">
                        <a:latin typeface="Mona Sans VF"/>
                      </a:endParaRPr>
                    </a:p>
                  </a:txBody>
                  <a:tcPr/>
                </a:tc>
                <a:tc>
                  <a:txBody>
                    <a:bodyPr bIns="47625" lIns="95250" rIns="95250" rtlCol="0" tIns="47625"/>
                    <a:lstStyle/>
                    <a:p>
                      <a:pPr/>
                      <a:r>
                        <a:rPr dirty="0" lang="en-US">
                          <a:latin typeface="Mona Sans VF"/>
                        </a:rPr>
                        <a:t>Completed</a:t>
                      </a:r>
                      <a:endParaRPr dirty="0" lang="en-US">
                        <a:latin typeface="Mona Sans VF"/>
                      </a:endParaRPr>
                    </a:p>
                  </a:txBody>
                  <a:tcPr/>
                </a:tc>
              </a:tr>
              <a:tr h="772611">
                <a:tc>
                  <a:txBody>
                    <a:bodyPr bIns="47625" lIns="95250" rIns="95250" rtlCol="0" tIns="47625"/>
                    <a:lstStyle/>
                    <a:p>
                      <a:pPr/>
                      <a:r>
                        <a:rPr dirty="0" lang="en-US">
                          <a:latin typeface="Mona Sans VF"/>
                        </a:rPr>
                        <a:t>KaliNangia/whisper-medium-gurmukhi-lora</a:t>
                      </a:r>
                      <a:endParaRPr dirty="0" lang="en-US">
                        <a:latin typeface="Mona Sans VF"/>
                      </a:endParaRPr>
                    </a:p>
                  </a:txBody>
                  <a:tcPr/>
                </a:tc>
                <a:tc>
                  <a:txBody>
                    <a:bodyPr bIns="47625" lIns="95250" rIns="95250" rtlCol="0" tIns="47625"/>
                    <a:lstStyle/>
                    <a:p>
                      <a:pPr/>
                      <a:r>
                        <a:rPr dirty="0" lang="en-US">
                          <a:latin typeface="Mona Sans VF"/>
                        </a:rPr>
                        <a:t>0.8272</a:t>
                      </a:r>
                      <a:endParaRPr dirty="0" lang="en-US">
                        <a:latin typeface="Mona Sans VF"/>
                      </a:endParaRPr>
                    </a:p>
                  </a:txBody>
                  <a:tcPr/>
                </a:tc>
                <a:tc>
                  <a:txBody>
                    <a:bodyPr bIns="47625" lIns="95250" rIns="95250" rtlCol="0" tIns="47625"/>
                    <a:lstStyle/>
                    <a:p>
                      <a:pPr/>
                      <a:r>
                        <a:rPr dirty="0" lang="en-US">
                          <a:latin typeface="Mona Sans VF"/>
                        </a:rPr>
                        <a:t>Completed</a:t>
                      </a:r>
                      <a:endParaRPr dirty="0" lang="en-US">
                        <a:latin typeface="Mona Sans VF"/>
                      </a:endParaRPr>
                    </a:p>
                  </a:txBody>
                  <a:tcPr/>
                </a:tc>
              </a:tr>
            </a:tbl>
          </a:graphicData>
        </a:graphic>
      </p:graphicFrame>
      <p:sp>
        <p:nvSpPr>
          <p:cNvPr id="3" name="Text Box 3">
            <a:extLst>
              <a:ext uri="{DB024EDF-19AF-4F67-8960-FA1FAE34971B}">
                <a16:creationId xmlns:a16="http://schemas.microsoft.com/office/drawing/2010/main" id="{0B1C3F7D-386A-4B10-8D8E-2BFE4A87E5F0}"/>
              </a:ext>
            </a:extLst>
          </p:cNvPr>
          <p:cNvSpPr txBox="1"/>
          <p:nvPr/>
        </p:nvSpPr>
        <p:spPr>
          <a:xfrm flipH="false" flipV="false" rot="0">
            <a:off x="385962" y="129749"/>
            <a:ext cx="7725213" cy="369503"/>
          </a:xfrm>
          <a:prstGeom prst="rect">
            <a:avLst/>
          </a:prstGeom>
        </p:spPr>
        <p:txBody>
          <a:bodyPr bIns="47625" lIns="95250" rIns="95250" rtlCol="0" tIns="47625">
            <a:spAutoFit/>
          </a:bodyPr>
          <a:lstStyle/>
          <a:p>
            <a:pPr/>
            <a:r>
              <a:rPr b="1" dirty="0" lang="en-US">
                <a:latin typeface="Mona Sans VF"/>
              </a:rPr>
              <a:t>Team Fine-Tuned Models Evaluation Report</a:t>
            </a:r>
            <a:endParaRPr b="1" dirty="0" lang="en-US">
              <a:latin typeface="Mona Sans VF"/>
            </a:endParaRPr>
          </a:p>
        </p:txBody>
      </p:sp>
      <p:sp>
        <p:nvSpPr>
          <p:cNvPr id="4" name="Text Box 4">
            <a:extLst>
              <a:ext uri="{9FDD31C9-66BB-487C-9961-C961B6C1F90C}">
                <a16:creationId xmlns:a16="http://schemas.microsoft.com/office/drawing/2010/main" id="{2BFBD564-7C28-4E53-A6B5-5FA42BC870C7}"/>
              </a:ext>
            </a:extLst>
          </p:cNvPr>
          <p:cNvSpPr txBox="1"/>
          <p:nvPr/>
        </p:nvSpPr>
        <p:spPr>
          <a:xfrm flipH="false" flipV="false" rot="0">
            <a:off x="5934637" y="0"/>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lang="en-US"/>
              <a:t>M. Akshay Kumar</a:t>
            </a:r>
            <a:endParaRPr dirty="0" lang="en-US"/>
          </a:p>
        </p:txBody>
      </p:sp>
    </p:spTree>
    <p:extLst>
      <p:ext uri="{46DF03BE-0207-48A9-8ED9-698386793052}">
        <p14:creationId xmlns:p14="http://schemas.microsoft.com/office/powerpoint/2010/main" val="1784042247804"/>
      </p:ext>
    </p:extLst>
  </p:cSld>
  <p:clrMapOvr>
    <a:masterClrMapping/>
  </p:clrMapOvr>
</p:sld>
</file>

<file path=ppt/slides/slide2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AA8A2837-BB4E-4616-9853-4266805B4DD1}">
                <a16:creationId xmlns:a16="http://schemas.microsoft.com/office/drawing/2010/main" id="{42505A00-BEC6-4508-BAF9-8D7ED9D54790}"/>
              </a:ext>
            </a:extLst>
          </p:cNvPr>
          <p:cNvSpPr>
            <a:spLocks noGrp="true"/>
          </p:cNvSpPr>
          <p:nvPr>
            <p:ph type="title"/>
          </p:nvPr>
        </p:nvSpPr>
        <p:spPr>
          <a:xfrm rot="0">
            <a:off x="450599" y="181060"/>
            <a:ext cx="7620000" cy="571500"/>
          </a:xfrm>
        </p:spPr>
        <p:txBody>
          <a:bodyPr rtlCol="0"/>
          <a:lstStyle/>
          <a:p>
            <a:pPr/>
            <a:r>
              <a:rPr dirty="0" err="1" lang="en-US"/>
              <a:t>Finetuned</a:t>
            </a:r>
            <a:r>
              <a:rPr dirty="0" lang="en-US"/>
              <a:t> Whisper Turbo Samples</a:t>
            </a:r>
            <a:endParaRPr dirty="0" lang="en-US"/>
          </a:p>
        </p:txBody>
      </p:sp>
      <p:sp>
        <p:nvSpPr>
          <p:cNvPr id="3" name="Text Box 3">
            <a:extLst>
              <a:ext uri="{620B1220-5E29-415B-8C70-6E6C83AB46A8}">
                <a16:creationId xmlns:a16="http://schemas.microsoft.com/office/drawing/2010/main" id="{BDB9A570-AA81-4A0C-8FA3-1D5753332D05}"/>
              </a:ext>
            </a:extLst>
          </p:cNvPr>
          <p:cNvSpPr txBox="1"/>
          <p:nvPr/>
        </p:nvSpPr>
        <p:spPr>
          <a:xfrm flipH="false" flipV="false" rot="0">
            <a:off x="3830288" y="1129074"/>
            <a:ext cx="5057984" cy="2015023"/>
          </a:xfrm>
          <a:prstGeom prst="rect">
            <a:avLst/>
          </a:prstGeom>
        </p:spPr>
        <p:txBody>
          <a:bodyPr anchor="t" bIns="47625" lIns="95250" rIns="95250" rtlCol="0" tIns="47625">
            <a:spAutoFit/>
          </a:bodyPr>
          <a:lstStyle/>
          <a:p>
            <a:pPr>
              <a:lnSpc>
                <a:spcPct val="100000"/>
              </a:lnSpc>
              <a:defRPr dirty="0" lang="en-US" sz="1400"/>
            </a:pPr>
            <a:r>
              <a:rPr dirty="0" lang="en-US" sz="1800"/>
              <a:t>Currently vital knowledge about questions has been preserved:</a:t>
            </a:r>
          </a:p>
          <a:p>
            <a:pPr>
              <a:lnSpc>
                <a:spcPct val="100000"/>
              </a:lnSpc>
              <a:defRPr dirty="0" lang="en-US" sz="1400"/>
            </a:pPr>
            <a:r>
              <a:rPr dirty="0" lang="en-US" sz="1800"/>
              <a:t/>
            </a:r>
          </a:p>
          <a:p>
            <a:pPr indent="-342900" marL="342900">
              <a:lnSpc>
                <a:spcPct val="100000"/>
              </a:lnSpc>
              <a:buChar char="•"/>
              <a:buFont typeface="Arial"/>
              <a:defRPr dirty="0" lang="en-US" sz="1400"/>
            </a:pPr>
            <a:r>
              <a:rPr dirty="0" err="1" lang="en-US" sz="1800"/>
              <a:t>Agri</a:t>
            </a:r>
            <a:r>
              <a:rPr dirty="0" lang="en-US" sz="1800"/>
              <a:t> Questions</a:t>
            </a:r>
          </a:p>
          <a:p>
            <a:pPr indent="-342900" marL="342900">
              <a:lnSpc>
                <a:spcPct val="100000"/>
              </a:lnSpc>
              <a:buChar char="•"/>
              <a:buFont typeface="Arial"/>
              <a:defRPr dirty="0" lang="en-US" sz="1400"/>
            </a:pPr>
            <a:r>
              <a:rPr dirty="0" lang="en-US" sz="1800"/>
              <a:t>Awareness of </a:t>
            </a:r>
            <a:r>
              <a:rPr dirty="0" err="1" lang="en-US" sz="1800"/>
              <a:t>ajrasakha</a:t>
            </a:r>
          </a:p>
          <a:p>
            <a:pPr indent="-342900" marL="342900">
              <a:lnSpc>
                <a:spcPct val="100000"/>
              </a:lnSpc>
              <a:buChar char="•"/>
              <a:buFont typeface="Arial"/>
              <a:defRPr dirty="0" lang="en-US" sz="1400"/>
            </a:pPr>
            <a:r>
              <a:rPr dirty="0" lang="en-US" sz="1800"/>
              <a:t>Total farmers present and names</a:t>
            </a:r>
          </a:p>
          <a:p>
            <a:pPr indent="-342900" marL="342900">
              <a:lnSpc>
                <a:spcPct val="100000"/>
              </a:lnSpc>
              <a:buChar char="•"/>
              <a:buFont typeface="Arial"/>
              <a:defRPr dirty="0" lang="en-US" sz="1400"/>
            </a:pPr>
            <a:r>
              <a:rPr dirty="0" lang="en-US" sz="1800"/>
              <a:t>Crop Dieseases</a:t>
            </a:r>
            <a:endParaRPr dirty="0" lang="en-US" sz="1800"/>
          </a:p>
        </p:txBody>
      </p:sp>
      <p:sp>
        <p:nvSpPr>
          <p:cNvPr id="4" name="Text Box 4">
            <a:extLst>
              <a:ext uri="{88332BEC-E1CC-41E8-ADFC-856843603C93}">
                <a16:creationId xmlns:a16="http://schemas.microsoft.com/office/drawing/2010/main" id="{2BD942AF-98B0-463D-AD6D-666DECCF12BA}"/>
              </a:ext>
            </a:extLst>
          </p:cNvPr>
          <p:cNvSpPr txBox="1"/>
          <p:nvPr/>
        </p:nvSpPr>
        <p:spPr>
          <a:xfrm flipH="false" flipV="false" rot="0">
            <a:off x="235562" y="1959502"/>
            <a:ext cx="3462613" cy="2228278"/>
          </a:xfrm>
          <a:prstGeom prst="rect">
            <a:avLst/>
          </a:prstGeom>
        </p:spPr>
        <p:txBody>
          <a:bodyPr anchor="t" bIns="47625" lIns="95250" rIns="95250" rtlCol="0" tIns="47625">
            <a:spAutoFit/>
          </a:bodyPr>
          <a:lstStyle/>
          <a:p>
            <a:pPr>
              <a:defRPr dirty="0" lang="en-US" sz="1400"/>
            </a:pPr>
            <a:r>
              <a:rPr dirty="0" lang="en-US"/>
              <a:t>ਸਾਸਿਕਾਲ ਜੀ ਮੀਟਿਂ ਸ਼ਜਿੂਲ ਬਿਲਜ ਮਡੋਲੀ ਖੁਰਦ ਡੇਟ ਦੋ ਅਪਰਾਈਲ ਦੋਹਿਆਰ ਛੱਬੀ ਬਿਲਜ ਮਡੋਲੀ ਖੁਰਦ ਪੰਚੈਥ ਮਡੋਲੀ ਖੁਰਦ ਬੁਲੋਕ ਮਰੰਡਾ ਡੇਸਟਿਕ ਰੂਪਨਗਰ ਨੇ ਮਉਫਦਾ ਕੋਡੀਨੇਟਰ ਅਮਰਿਤ ਪ੍ਰਿਤ ਸਿੰਗ ਨੇ ਮਉਫਦਾ ਪੋਟਿਂਗ ਮੈਨੇਜਰ ਸੀਰੀ ਮਤੀ ਨਮੀਸ਼ਾ ਮਹਾਜ਼ਨ ਜੀ ਇਵਿਂਟ ਸਟਾਟ ਟਾਇਮੈਜਿਜਰ ਸ਼ੀਰੀ ਮਤੀ ਨਿਮੀਸ਼ਾ ਮਹਾਜਨ ਜੀ ਇਵੇਂਟ ਸਟਾਟ ਟਾਇਮ 11 ਬਜੇ ਦਿਨ ਬੀਰਬਾਰ ਨੇ ਮੌਫਦਾ ਸਰਪੰਚ ਬਲਜੀਤ ਕੋਰ ਸਰਪੰਚ ਫੋਨ ਨੰਬਰ ਨਾਈਨ ਫੋਰ ਸਿਕਸ ਥਰੀ ਨਾਈਨ ਸਿਕਸ ਐਟ ਡਾਬਲ ਸਿਕਸ ਫਾਈਬ ਇਵੇਂਟ ਲਕੇਸ਼ਨ</a:t>
            </a:r>
            <a:endParaRPr dirty="0" lang="en-US"/>
          </a:p>
        </p:txBody>
      </p:sp>
      <p:sp>
        <p:nvSpPr>
          <p:cNvPr id="5" name="Text Box 5">
            <a:extLst>
              <a:ext uri="{B5BF2936-C2D8-4AC8-8793-17DF103A5D1C}">
                <a16:creationId xmlns:a16="http://schemas.microsoft.com/office/drawing/2010/main" id="{51C92D53-6176-4D33-8996-298D14D9AF40}"/>
              </a:ext>
            </a:extLst>
          </p:cNvPr>
          <p:cNvSpPr txBox="1"/>
          <p:nvPr/>
        </p:nvSpPr>
        <p:spPr>
          <a:xfrm flipH="false" flipV="false" rot="0">
            <a:off x="235562" y="1129074"/>
            <a:ext cx="2962484" cy="521855"/>
          </a:xfrm>
          <a:prstGeom prst="rect">
            <a:avLst/>
          </a:prstGeom>
        </p:spPr>
        <p:txBody>
          <a:bodyPr anchor="t" bIns="47625" lIns="95250" rIns="95250" rtlCol="0" tIns="47625">
            <a:spAutoFit/>
          </a:bodyPr>
          <a:lstStyle/>
          <a:p>
            <a:pPr>
              <a:defRPr dirty="0" lang="en-US" sz="1400"/>
            </a:pPr>
            <a:r>
              <a:rPr dirty="0" lang="en-US"/>
              <a:t>Sample output from current best </a:t>
            </a:r>
            <a:r>
              <a:rPr dirty="0" err="1" lang="en-US"/>
              <a:t>finetuned</a:t>
            </a:r>
            <a:r>
              <a:rPr dirty="0" lang="en-US"/>
              <a:t> model: </a:t>
            </a:r>
            <a:r>
              <a:rPr dirty="0" lang="en-US">
                <a:hlinkClick r:id="rId2"/>
              </a:rPr>
              <a:t>Link to Model</a:t>
            </a:r>
            <a:endParaRPr dirty="0" lang="en-US">
              <a:hlinkClick r:id="rId3"/>
            </a:endParaRPr>
          </a:p>
        </p:txBody>
      </p:sp>
      <p:sp>
        <p:nvSpPr>
          <p:cNvPr id="6" name="Text Box 6">
            <a:extLst>
              <a:ext uri="{F4E7812E-3B02-4ED1-93CB-116E32AE4DFF}">
                <a16:creationId xmlns:a16="http://schemas.microsoft.com/office/drawing/2010/main" id="{9AEB8800-EEEC-4ABB-A0D4-E29C0707BA83}"/>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M.</a:t>
            </a:r>
            <a:r>
              <a:rPr dirty="0" lang="en-US"/>
              <a:t> Akshay Kumar</a:t>
            </a:r>
            <a:endParaRPr dirty="0" lang="en-US"/>
          </a:p>
        </p:txBody>
      </p:sp>
    </p:spTree>
    <p:extLst>
      <p:ext uri="{1BA31590-4BE5-4A02-AE0E-A301269512B2}">
        <p14:creationId xmlns:p14="http://schemas.microsoft.com/office/powerpoint/2010/main" val="1784042247806"/>
      </p:ext>
    </p:extLst>
  </p:cSld>
  <p:clrMapOvr>
    <a:masterClrMapping/>
  </p:clrMapOvr>
</p:sld>
</file>

<file path=ppt/slides/slide2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Content Placeholder 2">
            <a:extLst>
              <a:ext uri="{EFD3E370-393A-4C17-96A2-C4FC72DC824F}">
                <a16:creationId xmlns:a16="http://schemas.microsoft.com/office/drawing/2010/main" id="{55135085-3D2D-4F49-9D33-6F17FA96CDAD}"/>
              </a:ext>
            </a:extLst>
          </p:cNvPr>
          <p:cNvSpPr>
            <a:spLocks noGrp="true"/>
          </p:cNvSpPr>
          <p:nvPr>
            <p:ph idx="1"/>
          </p:nvPr>
        </p:nvSpPr>
        <p:spPr>
          <a:xfrm rot="0">
            <a:off x="762000" y="1524000"/>
            <a:ext cx="2532745" cy="2762250"/>
          </a:xfrm>
        </p:spPr>
        <p:txBody>
          <a:bodyPr rtlCol="0"/>
          <a:lstStyle/>
          <a:p>
            <a:pPr/>
            <a:r>
              <a:rPr dirty="0" lang="en-US"/>
              <a:t>Gemma 4 12b</a:t>
            </a:r>
          </a:p>
          <a:p>
            <a:pPr/>
            <a:r>
              <a:rPr dirty="0" lang="en-US"/>
              <a:t>Gemma 4 e4b</a:t>
            </a:r>
          </a:p>
          <a:p>
            <a:pPr/>
            <a:r>
              <a:rPr dirty="0" err="1" lang="en-US"/>
              <a:t>Sarvam</a:t>
            </a:r>
            <a:r>
              <a:rPr dirty="0" lang="en-US"/>
              <a:t> 30 b</a:t>
            </a:r>
          </a:p>
          <a:p>
            <a:pPr/>
            <a:r>
              <a:rPr dirty="0" err="1" lang="en-US"/>
              <a:t>Sarvam</a:t>
            </a:r>
            <a:r>
              <a:rPr dirty="0" lang="en-US"/>
              <a:t> 2b</a:t>
            </a:r>
          </a:p>
          <a:p>
            <a:pPr/>
            <a:r>
              <a:rPr dirty="0" lang="en-US"/>
              <a:t>Whisper large v3</a:t>
            </a:r>
          </a:p>
          <a:p>
            <a:pPr/>
            <a:r>
              <a:rPr dirty="0" lang="en-US"/>
              <a:t/>
            </a:r>
            <a:endParaRPr dirty="0" lang="en-US"/>
          </a:p>
        </p:txBody>
      </p:sp>
      <p:sp>
        <p:nvSpPr>
          <p:cNvPr hidden="false" id="3" name="Content Placeholder 3">
            <a:extLst>
              <a:ext uri="{1ECCD72E-7781-4836-8A79-BE7D14953103}">
                <a16:creationId xmlns:a16="http://schemas.microsoft.com/office/drawing/2010/main" id="{74682EFA-DD04-47B0-8A15-D523F95932ED}"/>
              </a:ext>
            </a:extLst>
          </p:cNvPr>
          <p:cNvSpPr txBox="1">
            <a:spLocks noGrp="true"/>
          </p:cNvSpPr>
          <p:nvPr/>
        </p:nvSpPr>
        <p:spPr>
          <a:xfrm rot="0">
            <a:off x="4915328" y="1524000"/>
            <a:ext cx="2983477" cy="2762250"/>
          </a:xfrm>
          <a:prstGeom prst="rect">
            <a:avLst/>
          </a:prstGeom>
          <a:ln w="0">
            <a:noFill/>
            <a:round/>
          </a:ln>
          <a:effectLst/>
        </p:spPr>
        <p:txBody>
          <a:bodyPr anchor="t" bIns="45720" lIns="91440" numCol="1" rIns="91440" rtlCol="0" spcCol="0" tIns="93600">
            <a:normAutofit fontScale="100000" lnSpcReduction="0"/>
          </a:bodyPr>
          <a:lstStyle>
            <a:lvl1pPr algn="l" indent="-342900" lvl="0" marL="342900" rtl="false">
              <a:lnSpc>
                <a:spcPct val="100000"/>
              </a:lnSpc>
              <a:spcBef>
                <a:spcPts val="1200"/>
              </a:spcBef>
              <a:spcAft>
                <a:spcPts val="0"/>
              </a:spcAft>
              <a:buChar char="•"/>
              <a:buClr>
                <a:schemeClr val="accent1"/>
              </a:buClr>
              <a:buFont typeface="Arial"/>
              <a:defRPr dirty="0" i="0" lang="en-US" sz="1600">
                <a:solidFill>
                  <a:schemeClr val="tx1"/>
                </a:solidFill>
                <a:latin typeface="Averia Serif Libre-light"/>
              </a:defRPr>
            </a:lvl1pPr>
            <a:lvl2pPr algn="l" indent="-285750" lvl="1" marL="742950" rtl="false">
              <a:lnSpc>
                <a:spcPct val="100000"/>
              </a:lnSpc>
              <a:spcBef>
                <a:spcPts val="300"/>
              </a:spcBef>
              <a:spcAft>
                <a:spcPts val="0"/>
              </a:spcAft>
              <a:buChar char="•"/>
              <a:buClr>
                <a:schemeClr val="accent1"/>
              </a:buClr>
              <a:buFont typeface="Arial"/>
              <a:defRPr dirty="0" i="0" lang="en-US" sz="1400">
                <a:solidFill>
                  <a:schemeClr val="tx1">
                    <a:lumMod val="85000"/>
                    <a:lumOff val="15000"/>
                  </a:schemeClr>
                </a:solidFill>
                <a:latin typeface="Averia Serif Libre-light"/>
              </a:defRPr>
            </a:lvl2pPr>
            <a:lvl3pPr algn="l" indent="-228600" lvl="2" marL="1143000" rtl="false">
              <a:lnSpc>
                <a:spcPct val="100000"/>
              </a:lnSpc>
              <a:spcBef>
                <a:spcPts val="300"/>
              </a:spcBef>
              <a:spcAft>
                <a:spcPts val="0"/>
              </a:spcAft>
              <a:buChar char="•"/>
              <a:buClr>
                <a:schemeClr val="accent1"/>
              </a:buClr>
              <a:buFont typeface="Arial"/>
              <a:defRPr dirty="0" i="0" lang="en-US" sz="1200">
                <a:solidFill>
                  <a:schemeClr val="tx1">
                    <a:lumMod val="75000"/>
                    <a:lumOff val="25000"/>
                  </a:schemeClr>
                </a:solidFill>
                <a:latin typeface="Averia Serif Libre-light"/>
              </a:defRPr>
            </a:lvl3pPr>
            <a:lvl4pPr algn="l" indent="-228600" lvl="3" marL="1600200" rtl="false">
              <a:lnSpc>
                <a:spcPct val="100000"/>
              </a:lnSpc>
              <a:spcBef>
                <a:spcPts val="300"/>
              </a:spcBef>
              <a:spcAft>
                <a:spcPts val="0"/>
              </a:spcAft>
              <a:buChar char="•"/>
              <a:buClr>
                <a:schemeClr val="accent1"/>
              </a:buClr>
              <a:buFont typeface="Arial"/>
              <a:defRPr dirty="0" i="0" lang="en-US" sz="1000">
                <a:solidFill>
                  <a:schemeClr val="tx1">
                    <a:lumMod val="65000"/>
                    <a:lumOff val="35000"/>
                  </a:schemeClr>
                </a:solidFill>
                <a:latin typeface="Averia Serif Libre-light"/>
              </a:defRPr>
            </a:lvl4pPr>
            <a:lvl5pPr algn="l" indent="-228600" lvl="4" marL="2057400" rtl="false">
              <a:lnSpc>
                <a:spcPct val="100000"/>
              </a:lnSpc>
              <a:spcBef>
                <a:spcPts val="300"/>
              </a:spcBef>
              <a:spcAft>
                <a:spcPts val="0"/>
              </a:spcAft>
              <a:buChar char="•"/>
              <a:buClr>
                <a:schemeClr val="accent1"/>
              </a:buClr>
              <a:buFont typeface="Arial"/>
              <a:defRPr dirty="0" i="0" lang="en-US" sz="900">
                <a:solidFill>
                  <a:schemeClr val="tx1">
                    <a:lumMod val="50000"/>
                    <a:lumOff val="50000"/>
                  </a:schemeClr>
                </a:solidFill>
                <a:latin typeface="Averia Serif Libre-light"/>
              </a:defRPr>
            </a:lvl5pPr>
            <a:lvl6pPr algn="l" indent="-228600" lvl="5" marL="25146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6pPr>
            <a:lvl7pPr algn="l" indent="-228600" lvl="6" marL="29718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7pPr>
            <a:lvl8pPr algn="l" indent="-228600" lvl="7" marL="34290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8pPr>
            <a:lvl9pPr algn="l" indent="-228600" lvl="8" marL="3886200" rtl="false">
              <a:lnSpc>
                <a:spcPct val="100000"/>
              </a:lnSpc>
              <a:spcBef>
                <a:spcPct val="20000"/>
              </a:spcBef>
              <a:spcAft>
                <a:spcPts val="0"/>
              </a:spcAft>
              <a:buChar char="-"/>
              <a:buClr>
                <a:schemeClr val="accent1"/>
              </a:buClr>
              <a:buFont typeface="Arial"/>
              <a:defRPr b="0" dirty="0" i="0" lang="en-US" sz="900">
                <a:solidFill>
                  <a:schemeClr val="tx1">
                    <a:lumMod val="50000"/>
                    <a:lumOff val="50000"/>
                  </a:schemeClr>
                </a:solidFill>
                <a:latin typeface="Averia Serif Libre"/>
              </a:defRPr>
            </a:lvl9pPr>
          </a:lstStyle>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Gemini 3.5 flash APIs</a:t>
            </a:r>
          </a:p>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Gemini 2.5 flash APIs</a:t>
            </a:r>
          </a:p>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Gemini 2.5 Flash Lite APIs</a:t>
            </a:r>
          </a:p>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Gemini 3.1 flash lite APIs</a:t>
            </a:r>
          </a:p>
          <a:p>
            <a:pPr algn="l" indent="-342900" lvl="0" marL="342900" rtl="false">
              <a:lnSpc>
                <a:spcPct val="100000"/>
              </a:lnSpc>
              <a:spcBef>
                <a:spcPts val="1200"/>
              </a:spcBef>
              <a:spcAft>
                <a:spcPts val="0"/>
              </a:spcAft>
              <a:buChar char="•"/>
              <a:buClr>
                <a:schemeClr val="accent1"/>
              </a:buClr>
              <a:buFont typeface="Arial"/>
            </a:pPr>
            <a:r>
              <a:rPr dirty="0" err="1" i="0" lang="en-US" sz="1600">
                <a:solidFill>
                  <a:schemeClr val="tx1"/>
                </a:solidFill>
                <a:latin typeface="Averia Serif Libre-light"/>
              </a:rPr>
              <a:t>Sarvam</a:t>
            </a:r>
            <a:r>
              <a:rPr dirty="0" i="0" lang="en-US" sz="1600">
                <a:solidFill>
                  <a:schemeClr val="tx1"/>
                </a:solidFill>
                <a:latin typeface="Averia Serif Libre-light"/>
              </a:rPr>
              <a:t> API.</a:t>
            </a:r>
          </a:p>
          <a:p>
            <a:pPr algn="l" indent="-342900" lvl="0" marL="342900" rtl="false">
              <a:lnSpc>
                <a:spcPct val="100000"/>
              </a:lnSpc>
              <a:spcBef>
                <a:spcPts val="1200"/>
              </a:spcBef>
              <a:spcAft>
                <a:spcPts val="0"/>
              </a:spcAft>
              <a:buChar char="•"/>
              <a:buClr>
                <a:schemeClr val="accent1"/>
              </a:buClr>
              <a:buFont typeface="Arial"/>
            </a:pPr>
            <a:r>
              <a:rPr dirty="0" i="0" lang="en-US" sz="1600">
                <a:solidFill>
                  <a:schemeClr val="tx1"/>
                </a:solidFill>
                <a:latin typeface="Averia Serif Libre-light"/>
              </a:rPr>
              <a:t/>
            </a:r>
            <a:endParaRPr dirty="0" i="0" lang="en-US" sz="1600">
              <a:solidFill>
                <a:schemeClr val="tx1"/>
              </a:solidFill>
              <a:latin typeface="Averia Serif Libre-light"/>
            </a:endParaRPr>
          </a:p>
        </p:txBody>
      </p:sp>
      <p:sp>
        <p:nvSpPr>
          <p:cNvPr id="4" name="Text Box 4">
            <a:extLst>
              <a:ext uri="{529D5ACC-343F-4E19-807B-5B063DAE4615}">
                <a16:creationId xmlns:a16="http://schemas.microsoft.com/office/drawing/2010/main" id="{5BB66B90-BD37-4E4F-A415-7BF77F28FC79}"/>
              </a:ext>
            </a:extLst>
          </p:cNvPr>
          <p:cNvSpPr txBox="1"/>
          <p:nvPr/>
        </p:nvSpPr>
        <p:spPr>
          <a:xfrm flipH="false" flipV="false" rot="0">
            <a:off x="348795" y="666692"/>
            <a:ext cx="3594725" cy="369503"/>
          </a:xfrm>
          <a:prstGeom prst="rect">
            <a:avLst/>
          </a:prstGeom>
        </p:spPr>
        <p:txBody>
          <a:bodyPr anchor="t" bIns="47625" lIns="95250" rIns="95250" rtlCol="0" tIns="47625">
            <a:spAutoFit/>
          </a:bodyPr>
          <a:lstStyle/>
          <a:p>
            <a:pPr>
              <a:defRPr dirty="0" lang="en-US" sz="1400"/>
            </a:pPr>
            <a:r>
              <a:rPr dirty="0" lang="en-US" sz="1800"/>
              <a:t>Models Tested Upon</a:t>
            </a:r>
            <a:endParaRPr dirty="0" lang="en-US" sz="1800"/>
          </a:p>
        </p:txBody>
      </p:sp>
      <p:sp>
        <p:nvSpPr>
          <p:cNvPr id="5" name="Text Box 5">
            <a:extLst>
              <a:ext uri="{9FFBA0B9-857D-4245-AE3F-5510E8625AAC}">
                <a16:creationId xmlns:a16="http://schemas.microsoft.com/office/drawing/2010/main" id="{9B95FBE6-84F8-41CD-92A8-108AEB6F116C}"/>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lang="en-US"/>
              <a:t>Kali </a:t>
            </a:r>
            <a:r>
              <a:rPr dirty="0" err="1" lang="en-US"/>
              <a:t>Nangia</a:t>
            </a:r>
            <a:r>
              <a:rPr dirty="0" lang="en-US"/>
              <a:t> &amp; M. Akshay Kumar</a:t>
            </a:r>
            <a:endParaRPr dirty="0" lang="en-US"/>
          </a:p>
        </p:txBody>
      </p:sp>
    </p:spTree>
    <p:extLst>
      <p:ext uri="{FF081368-CFCA-4A7B-8E72-6C53E113E1C8}">
        <p14:creationId xmlns:p14="http://schemas.microsoft.com/office/powerpoint/2010/main" val="1784042247808"/>
      </p:ext>
    </p:extLst>
  </p:cSld>
  <p:clrMapOvr>
    <a:masterClrMapping/>
  </p:clrMapOvr>
</p:sld>
</file>

<file path=ppt/slides/slide2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D3D1A24A-C996-4B2A-98F2-18C953A06EA5}">
                <a16:creationId xmlns:a16="http://schemas.microsoft.com/office/drawing/2010/main" id="{F20AEA9C-82FC-4F4C-B7FE-8A1CE2F36D0B}"/>
              </a:ext>
            </a:extLst>
          </p:cNvPr>
          <p:cNvSpPr>
            <a:spLocks noGrp="true"/>
          </p:cNvSpPr>
          <p:nvPr>
            <p:ph type="title"/>
          </p:nvPr>
        </p:nvSpPr>
        <p:spPr/>
        <p:txBody>
          <a:bodyPr rtlCol="0"/>
          <a:lstStyle/>
          <a:p>
            <a:pPr/>
            <a:r>
              <a:rPr dirty="0" err="1" lang="en-US"/>
              <a:t>STT</a:t>
            </a:r>
            <a:r>
              <a:rPr dirty="0" lang="en-US"/>
              <a:t> Audio Transcript using Whisper</a:t>
            </a:r>
            <a:endParaRPr dirty="0" lang="en-US"/>
          </a:p>
        </p:txBody>
      </p:sp>
      <p:sp>
        <p:nvSpPr>
          <p:cNvPr id="3" name="Content Placeholder 2">
            <a:extLst>
              <a:ext uri="{4062E9C4-E93B-434F-9549-B12F7FE35561}">
                <a16:creationId xmlns:a16="http://schemas.microsoft.com/office/drawing/2010/main" id="{FBE39C9A-6EE2-422C-BBF7-8FFF0D378ADF}"/>
              </a:ext>
            </a:extLst>
          </p:cNvPr>
          <p:cNvSpPr>
            <a:spLocks noGrp="true"/>
          </p:cNvSpPr>
          <p:nvPr>
            <p:ph idx="1"/>
          </p:nvPr>
        </p:nvSpPr>
        <p:spPr/>
        <p:txBody>
          <a:bodyPr rtlCol="0">
            <a:normAutofit fontScale="92500" lnSpcReduction="10000"/>
          </a:bodyPr>
          <a:lstStyle/>
          <a:p>
            <a:pPr/>
            <a:r>
              <a:rPr dirty="0" lang="en-US" sz="1400"/>
              <a:t>Used model 'whisper large v3'.</a:t>
            </a:r>
          </a:p>
          <a:p>
            <a:pPr/>
            <a:r>
              <a:rPr dirty="0" lang="en-US" sz="1400"/>
              <a:t>The output was not as expected.</a:t>
            </a:r>
          </a:p>
          <a:p>
            <a:pPr/>
            <a:r>
              <a:rPr dirty="0" lang="en-US" sz="1400">
                <a:latin typeface="Averia Serif Libre-light"/>
              </a:rPr>
              <a:t>The text does not provide a proper, coherent recognition of words.</a:t>
            </a:r>
          </a:p>
          <a:p>
            <a:pPr/>
            <a:r>
              <a:rPr dirty="0" lang="en-US" sz="1400">
                <a:latin typeface="Averia Serif Libre-light"/>
              </a:rPr>
              <a:t>The current process failed to accurately detect many words</a:t>
            </a:r>
            <a:r>
              <a:rPr dirty="0" lang="en-US" sz="1400">
                <a:latin typeface="Averia Serif Libre-light"/>
              </a:rPr>
              <a:t>.</a:t>
            </a:r>
          </a:p>
          <a:p>
            <a:pPr/>
            <a:r>
              <a:rPr dirty="0" lang="en-US" sz="1400">
                <a:latin typeface="Averia Serif Libre-light"/>
              </a:rPr>
              <a:t>The audio source is likely suffering from the environmental noise (wind, tractor rumbles, and crowded farmer cross-talk) has blended into a "messy, un-transcribable audio matrix."</a:t>
            </a:r>
          </a:p>
          <a:p>
            <a:pPr/>
            <a:r>
              <a:rPr dirty="0" lang="en-US" sz="1400">
                <a:latin typeface="Averia Serif Libre-light"/>
              </a:rPr>
              <a:t>The engine is struggling to interpret multi-lingual regional Punjabi dialects and the specialized agricultural vocabulary required for your outreach project.</a:t>
            </a:r>
            <a:r>
              <a:rPr dirty="0" lang="en-US" sz="1400">
                <a:latin typeface="Averia Serif Libre-light"/>
              </a:rPr>
              <a:t> </a:t>
            </a:r>
          </a:p>
          <a:p>
            <a:pPr indent="0" marL="0">
              <a:buNone/>
            </a:pPr>
            <a:r>
              <a:rPr dirty="0" lang="en-US"/>
              <a:t/>
            </a:r>
            <a:endParaRPr dirty="0" lang="en-US"/>
          </a:p>
        </p:txBody>
      </p:sp>
      <p:sp>
        <p:nvSpPr>
          <p:cNvPr id="4" name="Text Box 4">
            <a:extLst>
              <a:ext uri="{B91F1504-025C-4766-8710-FF4355B55D74}">
                <a16:creationId xmlns:a16="http://schemas.microsoft.com/office/drawing/2010/main" id="{BB3DA07A-7D67-4DEE-8A2C-2EF1D4E23539}"/>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M.</a:t>
            </a:r>
            <a:r>
              <a:rPr dirty="0" lang="en-US"/>
              <a:t> Akshay Kumar</a:t>
            </a:r>
            <a:endParaRPr dirty="0" lang="en-US"/>
          </a:p>
        </p:txBody>
      </p:sp>
    </p:spTree>
    <p:extLst>
      <p:ext uri="{D1A3930A-F004-472B-9C8A-DB51D2733F67}">
        <p14:creationId xmlns:p14="http://schemas.microsoft.com/office/powerpoint/2010/main" val="1784042247810"/>
      </p:ext>
    </p:extLst>
  </p:cSld>
  <p:clrMapOvr>
    <a:masterClrMapping/>
  </p:clrMapOvr>
</p:sld>
</file>

<file path=ppt/slides/slide2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7FA97B36-E8B9-44F6-9B4B-5071DC7BC85D}">
                <a16:creationId xmlns:a16="http://schemas.microsoft.com/office/drawing/2010/main" id="{406BB773-DBF9-4D6A-B398-C284774786B4}"/>
              </a:ext>
            </a:extLst>
          </p:cNvPr>
          <p:cNvSpPr>
            <a:spLocks noGrp="true"/>
          </p:cNvSpPr>
          <p:nvPr>
            <p:ph type="title"/>
          </p:nvPr>
        </p:nvSpPr>
        <p:spPr/>
        <p:txBody>
          <a:bodyPr rtlCol="0"/>
          <a:lstStyle/>
          <a:p>
            <a:pPr/>
            <a:r>
              <a:rPr dirty="0" lang="en-US"/>
              <a:t>Sample Transcript</a:t>
            </a:r>
            <a:endParaRPr dirty="0" lang="en-US"/>
          </a:p>
        </p:txBody>
      </p:sp>
      <p:pic>
        <p:nvPicPr>
          <p:cNvPr id="3" name="Content Placeholder 2">
            <a:extLst>
              <a:ext uri="{F3F3AD07-A399-42AF-9E8A-0411D58C9A4F}">
                <a16:creationId xmlns:a16="http://schemas.microsoft.com/office/drawing/2010/main" id="{5C41174F-C132-4CF9-A0A5-F63312522136}"/>
              </a:ext>
            </a:extLst>
          </p:cNvPr>
          <p:cNvPicPr>
            <a:picLocks noChangeAspect="true" noGrp="true"/>
          </p:cNvPicPr>
          <p:nvPr>
            <p:ph idx="1"/>
          </p:nvPr>
        </p:nvPicPr>
        <p:blipFill>
          <a:blip r:embed="rId2"/>
          <a:srcRect b="0" l="13813" r="13813" t="0"/>
          <a:stretch>
            <a:fillRect/>
          </a:stretch>
        </p:blipFill>
        <p:spPr>
          <a:xfrm rot="0">
            <a:off x="1514789" y="1477927"/>
            <a:ext cx="5673708" cy="2056714"/>
          </a:xfrm>
          <a:noFill/>
        </p:spPr>
      </p:pic>
      <p:sp>
        <p:nvSpPr>
          <p:cNvPr id="4" name="Text Box 3">
            <a:extLst>
              <a:ext uri="{AC7F69D7-4BEE-4D8B-9509-550319BBEFCF}">
                <a16:creationId xmlns:a16="http://schemas.microsoft.com/office/drawing/2010/main" id="{BD2160B8-4988-4E5F-ACB1-DA8737067FDF}"/>
              </a:ext>
            </a:extLst>
          </p:cNvPr>
          <p:cNvSpPr txBox="1"/>
          <p:nvPr/>
        </p:nvSpPr>
        <p:spPr>
          <a:xfrm flipH="false" flipV="false" rot="0">
            <a:off x="1638919" y="3676650"/>
            <a:ext cx="5810250" cy="521855"/>
          </a:xfrm>
          <a:prstGeom prst="rect">
            <a:avLst/>
          </a:prstGeom>
        </p:spPr>
        <p:txBody>
          <a:bodyPr anchor="t" bIns="47625" lIns="95250" rIns="95250" rtlCol="0" tIns="47625">
            <a:spAutoFit/>
          </a:bodyPr>
          <a:lstStyle/>
          <a:p>
            <a:pPr>
              <a:defRPr dirty="0" lang="en-US" sz="1400"/>
            </a:pPr>
            <a:r>
              <a:rPr dirty="0" lang="en-US"/>
              <a:t>This is a transcript of audio </a:t>
            </a:r>
            <a:r>
              <a:rPr dirty="0" lang="en-US"/>
              <a:t>Full Narration_MarauliKhurad in </a:t>
            </a:r>
            <a:r>
              <a:rPr dirty="0" err="1" lang="en-US"/>
              <a:t>punjabi</a:t>
            </a:r>
            <a:r>
              <a:rPr dirty="0" lang="en-US"/>
              <a:t> language.</a:t>
            </a:r>
            <a:endParaRPr dirty="0" lang="en-US"/>
          </a:p>
        </p:txBody>
      </p:sp>
      <p:sp>
        <p:nvSpPr>
          <p:cNvPr id="5" name="Text Box 4">
            <a:extLst>
              <a:ext uri="{E2274B4A-D93C-4BF9-8028-7E0E468BFE6C}">
                <a16:creationId xmlns:a16="http://schemas.microsoft.com/office/drawing/2010/main" id="{6BE8C70A-73C3-4000-A348-967AE215A9EE}"/>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M.</a:t>
            </a:r>
            <a:r>
              <a:rPr dirty="0" lang="en-US"/>
              <a:t> Akshay Kumar</a:t>
            </a:r>
            <a:endParaRPr dirty="0" lang="en-US"/>
          </a:p>
        </p:txBody>
      </p:sp>
    </p:spTree>
    <p:extLst>
      <p:ext uri="{F512F210-1127-45C9-8DCF-BDEB4865AB84}">
        <p14:creationId xmlns:p14="http://schemas.microsoft.com/office/powerpoint/2010/main" val="1784042247812"/>
      </p:ext>
    </p:extLst>
  </p:cSld>
  <p:clrMapOvr>
    <a:masterClrMapping/>
  </p:clrMapOvr>
</p:sld>
</file>

<file path=ppt/slides/slide2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B22C15DD-A895-400D-AF18-620AD457B984}">
                <a16:creationId xmlns:a16="http://schemas.microsoft.com/office/drawing/2010/main" id="{11C85B92-ABAA-4BB7-BC03-0576A5DE312B}"/>
              </a:ext>
            </a:extLst>
          </p:cNvPr>
          <p:cNvSpPr>
            <a:spLocks noGrp="true"/>
          </p:cNvSpPr>
          <p:nvPr>
            <p:ph type="title"/>
          </p:nvPr>
        </p:nvSpPr>
        <p:spPr/>
        <p:txBody>
          <a:bodyPr rtlCol="0"/>
          <a:lstStyle/>
          <a:p>
            <a:pPr/>
            <a:r>
              <a:rPr dirty="0" lang="en-US"/>
              <a:t>Using </a:t>
            </a:r>
            <a:r>
              <a:rPr dirty="0" err="1" lang="en-US"/>
              <a:t>Sarvam</a:t>
            </a:r>
            <a:endParaRPr dirty="0" err="1" lang="en-US"/>
          </a:p>
        </p:txBody>
      </p:sp>
      <p:sp>
        <p:nvSpPr>
          <p:cNvPr id="3" name="Content Placeholder 2">
            <a:extLst>
              <a:ext uri="{DABE0730-61D2-4177-8FCE-0C750AF9532F}">
                <a16:creationId xmlns:a16="http://schemas.microsoft.com/office/drawing/2010/main" id="{5080DB99-E2EE-44DA-B88F-E7C0457BAC3A}"/>
              </a:ext>
            </a:extLst>
          </p:cNvPr>
          <p:cNvSpPr>
            <a:spLocks noGrp="true"/>
          </p:cNvSpPr>
          <p:nvPr>
            <p:ph idx="1"/>
          </p:nvPr>
        </p:nvSpPr>
        <p:spPr/>
        <p:txBody>
          <a:bodyPr rtlCol="0"/>
          <a:lstStyle/>
          <a:p>
            <a:pPr/>
            <a:r>
              <a:rPr dirty="0" lang="en-US"/>
              <a:t>Used </a:t>
            </a:r>
            <a:r>
              <a:rPr dirty="0" err="1" lang="en-US"/>
              <a:t>Sarvam</a:t>
            </a:r>
            <a:r>
              <a:rPr dirty="0" lang="en-US"/>
              <a:t> 2B and 30B models.</a:t>
            </a:r>
          </a:p>
          <a:p>
            <a:pPr/>
            <a:r>
              <a:rPr dirty="0" lang="en-US"/>
              <a:t>2B model is done in </a:t>
            </a:r>
            <a:r>
              <a:rPr dirty="0" err="1" lang="en-US"/>
              <a:t>colab</a:t>
            </a:r>
            <a:r>
              <a:rPr dirty="0" lang="en-US"/>
              <a:t> and 30B is done in </a:t>
            </a:r>
            <a:r>
              <a:rPr dirty="0" err="1" lang="en-US"/>
              <a:t>kaggle</a:t>
            </a:r>
            <a:r>
              <a:rPr dirty="0" lang="en-US"/>
              <a:t>.</a:t>
            </a:r>
          </a:p>
          <a:p>
            <a:pPr/>
            <a:r>
              <a:rPr dirty="0" lang="en-US"/>
              <a:t>Both the outputs were not as expected.</a:t>
            </a:r>
          </a:p>
          <a:p>
            <a:pPr/>
            <a:r>
              <a:rPr dirty="0" lang="en-US"/>
              <a:t>There were repetition of words and hallucination in the transcript.</a:t>
            </a:r>
          </a:p>
          <a:p>
            <a:pPr/>
            <a:r>
              <a:rPr dirty="0" lang="en-US"/>
              <a:t>The transcript was not accurate and couldn't recognize the words of the audio.</a:t>
            </a:r>
            <a:endParaRPr dirty="0" lang="en-US"/>
          </a:p>
        </p:txBody>
      </p:sp>
      <p:sp>
        <p:nvSpPr>
          <p:cNvPr id="4" name="Text Box 4">
            <a:extLst>
              <a:ext uri="{CDA95688-C813-42C1-8D09-5C8BA1121532}">
                <a16:creationId xmlns:a16="http://schemas.microsoft.com/office/drawing/2010/main" id="{8C7CA87C-420E-4E64-BBEC-C74BA6E64A43}"/>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M.</a:t>
            </a:r>
            <a:r>
              <a:rPr dirty="0" lang="en-US"/>
              <a:t> Akshay Kumar</a:t>
            </a:r>
            <a:endParaRPr dirty="0" lang="en-US"/>
          </a:p>
        </p:txBody>
      </p:sp>
    </p:spTree>
    <p:extLst>
      <p:ext uri="{84C3CAC4-7F31-4830-87AC-6DCEAAB289C5}">
        <p14:creationId xmlns:p14="http://schemas.microsoft.com/office/powerpoint/2010/main" val="1784042247813"/>
      </p:ext>
    </p:extLst>
  </p:cSld>
  <p:clrMapOvr>
    <a:masterClrMapping/>
  </p:clrMapOvr>
</p:sld>
</file>

<file path=ppt/slides/slide2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EE64AF55-BD6B-4E95-91F3-AF4FFB8C39FA}">
                <a16:creationId xmlns:a16="http://schemas.microsoft.com/office/drawing/2010/main" id="{4A9454C5-526B-44D7-B5AD-62D3BCC39303}"/>
              </a:ext>
            </a:extLst>
          </p:cNvPr>
          <p:cNvSpPr>
            <a:spLocks noGrp="true"/>
          </p:cNvSpPr>
          <p:nvPr>
            <p:ph type="title"/>
          </p:nvPr>
        </p:nvSpPr>
        <p:spPr/>
        <p:txBody>
          <a:bodyPr rtlCol="0"/>
          <a:lstStyle/>
          <a:p>
            <a:pPr/>
            <a:r>
              <a:rPr dirty="0" lang="en-US"/>
              <a:t>           </a:t>
            </a:r>
            <a:r>
              <a:rPr dirty="0" lang="en-US"/>
              <a:t>30B                                    2B</a:t>
            </a:r>
            <a:endParaRPr dirty="0" lang="en-US"/>
          </a:p>
        </p:txBody>
      </p:sp>
      <p:pic>
        <p:nvPicPr>
          <p:cNvPr id="3" name="Content Placeholder 2">
            <a:extLst>
              <a:ext uri="{FFAC18D8-814F-491D-8D65-B53BF02C7D15}">
                <a16:creationId xmlns:a16="http://schemas.microsoft.com/office/drawing/2010/main" id="{8DE9D3BE-5B32-489F-9AF3-B28A6FAC7D3E}"/>
              </a:ext>
            </a:extLst>
          </p:cNvPr>
          <p:cNvPicPr>
            <a:picLocks noChangeAspect="true" noGrp="true"/>
          </p:cNvPicPr>
          <p:nvPr>
            <p:ph idx="1"/>
          </p:nvPr>
        </p:nvPicPr>
        <p:blipFill>
          <a:blip r:embed="rId2"/>
          <a:srcRect b="4698" l="0" r="0" t="4698"/>
          <a:stretch>
            <a:fillRect/>
          </a:stretch>
        </p:blipFill>
        <p:spPr>
          <a:xfrm rot="0">
            <a:off x="762000" y="1428750"/>
            <a:ext cx="3413179" cy="1365265"/>
          </a:xfrm>
          <a:noFill/>
        </p:spPr>
      </p:pic>
      <p:pic>
        <p:nvPicPr>
          <p:cNvPr id="4" name="Image 3">
            <a:extLst>
              <a:ext uri="{35CCDF42-999A-40B1-AB57-45CDE6AD8467}">
                <a16:creationId xmlns:a16="http://schemas.microsoft.com/office/drawing/2010/main" id="{D1ADFCB4-4EC3-4972-B796-7FC6842E7C46}"/>
              </a:ext>
            </a:extLst>
          </p:cNvPr>
          <p:cNvPicPr>
            <a:picLocks noChangeAspect="true"/>
          </p:cNvPicPr>
          <p:nvPr/>
        </p:nvPicPr>
        <p:blipFill>
          <a:blip r:embed="rId3"/>
          <a:stretch>
            <a:fillRect/>
          </a:stretch>
        </p:blipFill>
        <p:spPr>
          <a:xfrm flipH="false" flipV="false" rot="0">
            <a:off x="217446" y="3364525"/>
            <a:ext cx="4782645" cy="367893"/>
          </a:xfrm>
          <a:prstGeom prst="rect">
            <a:avLst/>
          </a:prstGeom>
          <a:noFill/>
        </p:spPr>
      </p:pic>
      <p:sp>
        <p:nvSpPr>
          <p:cNvPr id="5" name="Text Box 4">
            <a:extLst>
              <a:ext uri="{46789626-BBDE-498A-8607-63B078964274}">
                <a16:creationId xmlns:a16="http://schemas.microsoft.com/office/drawing/2010/main" id="{5BA67FAE-99DD-405C-9C62-6A0DBFDF0D72}"/>
              </a:ext>
            </a:extLst>
          </p:cNvPr>
          <p:cNvSpPr txBox="1"/>
          <p:nvPr>
            <p:custDataLst>
              <p:tags r:id="rId4"/>
            </p:custDataLst>
          </p:nvPr>
        </p:nvSpPr>
        <p:spPr>
          <a:xfrm flipH="false" flipV="false" rot="0">
            <a:off x="960253" y="2800348"/>
            <a:ext cx="2270341" cy="558845"/>
          </a:xfrm>
          <a:solidFill>
            <a:srgbClr val="bfbfbf"/>
          </a:solidFill>
        </p:spPr>
        <p:txBody>
          <a:bodyPr anchor="ctr" bIns="47625" lIns="95250" rIns="95250" rtlCol="0" tIns="47625">
            <a:spAutoFit/>
          </a:bodyPr>
          <a:lstStyle/>
          <a:p>
            <a:pPr algn="ctr">
              <a:defRPr dirty="0" lang="en-US" sz="1400"/>
            </a:pPr>
            <a:r>
              <a:rPr dirty="0" lang="en-US"/>
              <a:t>Punjabi Transcript</a:t>
            </a:r>
            <a:endParaRPr dirty="0" lang="en-US"/>
          </a:p>
        </p:txBody>
      </p:sp>
      <p:sp>
        <p:nvSpPr>
          <p:cNvPr id="6" name="Text Box 5">
            <a:extLst>
              <a:ext uri="{BAF4AF9C-3343-4153-BBB1-12616BC59324}">
                <a16:creationId xmlns:a16="http://schemas.microsoft.com/office/drawing/2010/main" id="{C978431C-C465-43DD-8E27-23041DC56C57}"/>
              </a:ext>
            </a:extLst>
          </p:cNvPr>
          <p:cNvSpPr txBox="1"/>
          <p:nvPr>
            <p:custDataLst>
              <p:tags r:id="rId5"/>
            </p:custDataLst>
          </p:nvPr>
        </p:nvSpPr>
        <p:spPr>
          <a:xfrm flipH="false" flipV="false" rot="0">
            <a:off x="1224896" y="4070280"/>
            <a:ext cx="2286000" cy="308552"/>
          </a:xfrm>
          <a:ln cap="flat" w="25400">
            <a:solidFill>
              <a:schemeClr val="accent1">
                <a:shade val="50000"/>
              </a:schemeClr>
            </a:solidFill>
            <a:prstDash val="solid"/>
            <a:round/>
          </a:ln>
        </p:spPr>
        <p:txBody>
          <a:bodyPr anchor="ctr" bIns="47625" lIns="95250" rIns="95250" rtlCol="0" tIns="47625">
            <a:spAutoFit/>
          </a:bodyPr>
          <a:lstStyle/>
          <a:p>
            <a:pPr algn="ctr">
              <a:defRPr dirty="0" lang="en-US" sz="1400"/>
            </a:pPr>
            <a:r>
              <a:rPr dirty="0" lang="en-US"/>
              <a:t>Hindi Transcript</a:t>
            </a:r>
            <a:endParaRPr dirty="0" lang="en-US"/>
          </a:p>
        </p:txBody>
      </p:sp>
      <p:pic>
        <p:nvPicPr>
          <p:cNvPr id="7" name="Image 6">
            <a:extLst>
              <a:ext uri="{5AD00B8A-0075-4883-8239-957558B20AEB}">
                <a16:creationId xmlns:a16="http://schemas.microsoft.com/office/drawing/2010/main" id="{AADFF2F5-6353-495A-A399-2B17B534B548}"/>
              </a:ext>
            </a:extLst>
          </p:cNvPr>
          <p:cNvPicPr>
            <a:picLocks noChangeAspect="true"/>
          </p:cNvPicPr>
          <p:nvPr/>
        </p:nvPicPr>
        <p:blipFill>
          <a:blip r:embed="rId6"/>
          <a:stretch>
            <a:fillRect/>
          </a:stretch>
        </p:blipFill>
        <p:spPr>
          <a:xfrm flipH="false" flipV="false" rot="0">
            <a:off x="5549417" y="3364525"/>
            <a:ext cx="3046981" cy="596274"/>
          </a:xfrm>
          <a:prstGeom prst="rect">
            <a:avLst/>
          </a:prstGeom>
          <a:noFill/>
        </p:spPr>
      </p:pic>
      <p:pic>
        <p:nvPicPr>
          <p:cNvPr id="8" name="Image 8">
            <a:extLst>
              <a:ext uri="{9B2D2811-59B1-4194-98B4-79C48A472223}">
                <a16:creationId xmlns:a16="http://schemas.microsoft.com/office/drawing/2010/main" id="{8652E42D-B057-45E6-991C-6453D90C2C63}"/>
              </a:ext>
            </a:extLst>
          </p:cNvPr>
          <p:cNvPicPr>
            <a:picLocks noChangeAspect="true"/>
          </p:cNvPicPr>
          <p:nvPr/>
        </p:nvPicPr>
        <p:blipFill>
          <a:blip r:embed="rId7"/>
          <a:stretch>
            <a:fillRect/>
          </a:stretch>
        </p:blipFill>
        <p:spPr>
          <a:xfrm flipH="false" flipV="false" rot="0">
            <a:off x="4941065" y="1428750"/>
            <a:ext cx="3129219" cy="1365265"/>
          </a:xfrm>
          <a:prstGeom prst="rect">
            <a:avLst/>
          </a:prstGeom>
          <a:noFill/>
        </p:spPr>
      </p:pic>
      <p:sp>
        <p:nvSpPr>
          <p:cNvPr id="9" name="Text Box 9">
            <a:extLst>
              <a:ext uri="{0C6C8042-FD55-4CC7-A32C-5BA13A797A33}">
                <a16:creationId xmlns:a16="http://schemas.microsoft.com/office/drawing/2010/main" id="{70033C63-42FA-4803-B04D-A5DC05B8D8CC}"/>
              </a:ext>
            </a:extLst>
          </p:cNvPr>
          <p:cNvSpPr txBox="1"/>
          <p:nvPr>
            <p:custDataLst>
              <p:tags r:id="rId8"/>
            </p:custDataLst>
          </p:nvPr>
        </p:nvSpPr>
        <p:spPr>
          <a:xfrm flipH="false" flipV="false" rot="0">
            <a:off x="5362670" y="2924994"/>
            <a:ext cx="2286000" cy="308552"/>
          </a:xfrm>
          <a:ln cap="flat" w="25400">
            <a:solidFill>
              <a:schemeClr val="accent1">
                <a:shade val="50000"/>
              </a:schemeClr>
            </a:solidFill>
            <a:prstDash val="solid"/>
            <a:round/>
          </a:ln>
        </p:spPr>
        <p:txBody>
          <a:bodyPr anchor="ctr" bIns="47625" lIns="95250" rIns="95250" rtlCol="0" tIns="47625">
            <a:spAutoFit/>
          </a:bodyPr>
          <a:lstStyle/>
          <a:p>
            <a:pPr algn="ctr">
              <a:defRPr dirty="0" lang="en-US" sz="1400"/>
            </a:pPr>
            <a:r>
              <a:rPr dirty="0" lang="en-US"/>
              <a:t>Punjabi Transcript</a:t>
            </a:r>
            <a:endParaRPr dirty="0" lang="en-US"/>
          </a:p>
        </p:txBody>
      </p:sp>
      <p:sp>
        <p:nvSpPr>
          <p:cNvPr id="10" name="Text Box 10">
            <a:extLst>
              <a:ext uri="{01FB81A1-E455-4397-B97E-FD956E57C01D}">
                <a16:creationId xmlns:a16="http://schemas.microsoft.com/office/drawing/2010/main" id="{F40D6A10-26AB-44E9-8A9A-AD43FCD2372F}"/>
              </a:ext>
            </a:extLst>
          </p:cNvPr>
          <p:cNvSpPr txBox="1"/>
          <p:nvPr>
            <p:custDataLst>
              <p:tags r:id="rId9"/>
            </p:custDataLst>
          </p:nvPr>
        </p:nvSpPr>
        <p:spPr>
          <a:xfrm flipH="false" flipV="false" rot="0">
            <a:off x="5549417" y="4181475"/>
            <a:ext cx="2286000" cy="308552"/>
          </a:xfrm>
          <a:ln cap="flat" w="25400">
            <a:solidFill>
              <a:schemeClr val="accent1">
                <a:shade val="50000"/>
              </a:schemeClr>
            </a:solidFill>
            <a:prstDash val="solid"/>
            <a:round/>
          </a:ln>
        </p:spPr>
        <p:txBody>
          <a:bodyPr anchor="ctr" bIns="47625" lIns="95250" rIns="95250" rtlCol="0" tIns="47625">
            <a:spAutoFit/>
          </a:bodyPr>
          <a:lstStyle/>
          <a:p>
            <a:pPr algn="ctr">
              <a:defRPr dirty="0" lang="en-US" sz="1400"/>
            </a:pPr>
            <a:r>
              <a:rPr dirty="0" lang="en-US"/>
              <a:t>Hindi Transcript</a:t>
            </a:r>
            <a:endParaRPr dirty="0" lang="en-US"/>
          </a:p>
        </p:txBody>
      </p:sp>
      <p:sp>
        <p:nvSpPr>
          <p:cNvPr id="11" name="Text Box 12">
            <a:extLst>
              <a:ext uri="{1258B3EF-3B2E-40A3-927F-279BFAECEAB1}">
                <a16:creationId xmlns:a16="http://schemas.microsoft.com/office/drawing/2010/main" id="{BD21AD27-608F-46EC-AB24-4515DF640363}"/>
              </a:ext>
            </a:extLst>
          </p:cNvPr>
          <p:cNvSpPr txBox="1"/>
          <p:nvPr/>
        </p:nvSpPr>
        <p:spPr>
          <a:xfrm flipH="false" flipV="false" rot="0">
            <a:off x="1752742" y="4619625"/>
            <a:ext cx="6082674" cy="308552"/>
          </a:xfrm>
          <a:prstGeom prst="rect">
            <a:avLst/>
          </a:prstGeom>
        </p:spPr>
        <p:txBody>
          <a:bodyPr anchor="t" bIns="47625" lIns="95250" rIns="95250" rtlCol="0" tIns="47625">
            <a:spAutoFit/>
          </a:bodyPr>
          <a:lstStyle/>
          <a:p>
            <a:pPr>
              <a:defRPr dirty="0" lang="en-US" sz="1400"/>
            </a:pPr>
            <a:r>
              <a:rPr dirty="0" lang="en-US"/>
              <a:t>The audio file used for this transcript is </a:t>
            </a:r>
            <a:r>
              <a:rPr dirty="0" lang="en-US"/>
              <a:t>Full Narration_MarauliKhurad.</a:t>
            </a:r>
            <a:r>
              <a:rPr dirty="0" lang="en-US"/>
              <a:t> </a:t>
            </a:r>
            <a:r>
              <a:rPr dirty="0" lang="en-US"/>
              <a:t> </a:t>
            </a:r>
            <a:endParaRPr dirty="0" lang="en-US"/>
          </a:p>
        </p:txBody>
      </p:sp>
      <p:sp>
        <p:nvSpPr>
          <p:cNvPr id="12" name="Text Box 11">
            <a:extLst>
              <a:ext uri="{046B2282-1171-4C86-AE0F-96266350668A}">
                <a16:creationId xmlns:a16="http://schemas.microsoft.com/office/drawing/2010/main" id="{37A8DD0E-FA9A-4601-A7B2-80050EDD1967}"/>
              </a:ext>
            </a:extLst>
          </p:cNvPr>
          <p:cNvSpPr txBox="1"/>
          <p:nvPr/>
        </p:nvSpPr>
        <p:spPr>
          <a:xfrm flipH="false" flipV="false" rot="0">
            <a:off x="5934637" y="19469"/>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M.</a:t>
            </a:r>
            <a:r>
              <a:rPr dirty="0" lang="en-US"/>
              <a:t> Akshay Kumar</a:t>
            </a:r>
            <a:endParaRPr dirty="0" lang="en-US"/>
          </a:p>
        </p:txBody>
      </p:sp>
    </p:spTree>
    <p:extLst>
      <p:ext uri="{83E30357-6CA1-4711-A0B2-6DA5D7EAC080}">
        <p14:creationId xmlns:p14="http://schemas.microsoft.com/office/powerpoint/2010/main" val="1784042247815"/>
      </p:ext>
    </p:extLst>
  </p:cSld>
  <p:clrMapOvr>
    <a:masterClrMapping/>
  </p:clrMapOvr>
</p:sld>
</file>

<file path=ppt/slides/slide2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Box 3">
            <a:extLst>
              <a:ext uri="{08FFDC37-4431-47A1-9B99-5D4B457C7831}">
                <a16:creationId xmlns:a16="http://schemas.microsoft.com/office/drawing/2010/main" id="{375DBA62-9254-4BE2-A83C-C88BC15FC57A}"/>
              </a:ext>
            </a:extLst>
          </p:cNvPr>
          <p:cNvSpPr txBox="1"/>
          <p:nvPr/>
        </p:nvSpPr>
        <p:spPr>
          <a:xfrm flipH="false" flipV="false" rot="0">
            <a:off x="457009" y="110080"/>
            <a:ext cx="2965970" cy="399973"/>
          </a:xfrm>
          <a:prstGeom prst="rect">
            <a:avLst/>
          </a:prstGeom>
        </p:spPr>
        <p:txBody>
          <a:bodyPr anchor="t" bIns="47625" lIns="95250" rIns="95250" rtlCol="0" tIns="47625">
            <a:spAutoFit/>
          </a:bodyPr>
          <a:lstStyle/>
          <a:p>
            <a:pPr>
              <a:defRPr dirty="0" lang="en-US" sz="1400"/>
            </a:pPr>
            <a:r>
              <a:rPr b="0" dirty="0" lang="en-US" sz="2000">
                <a:latin typeface="Bree Serif"/>
              </a:rPr>
              <a:t>Using GEMINI APIs</a:t>
            </a:r>
            <a:endParaRPr b="0" dirty="0" lang="en-US" sz="2000">
              <a:latin typeface="Bree Serif"/>
            </a:endParaRPr>
          </a:p>
        </p:txBody>
      </p:sp>
      <p:sp>
        <p:nvSpPr>
          <p:cNvPr id="3" name="Text Box 4">
            <a:extLst>
              <a:ext uri="{7AE54321-DFD6-46D4-BCF8-8DA2C3ED8D5B}">
                <a16:creationId xmlns:a16="http://schemas.microsoft.com/office/drawing/2010/main" id="{3F730A00-565E-461C-A8B1-1D7621CD999D}"/>
              </a:ext>
            </a:extLst>
          </p:cNvPr>
          <p:cNvSpPr txBox="1"/>
          <p:nvPr/>
        </p:nvSpPr>
        <p:spPr>
          <a:xfrm flipH="false" flipV="false" rot="0">
            <a:off x="601560" y="869661"/>
            <a:ext cx="7656338" cy="4148004"/>
          </a:xfrm>
          <a:prstGeom prst="rect">
            <a:avLst/>
          </a:prstGeom>
        </p:spPr>
        <p:txBody>
          <a:bodyPr bIns="47625" lIns="95250" rIns="95250" rtlCol="0" tIns="47625">
            <a:noAutofit/>
          </a:bodyPr>
          <a:lstStyle/>
          <a:p>
            <a:pPr algn="l" rtl="false">
              <a:lnSpc>
                <a:spcPct val="100000"/>
              </a:lnSpc>
              <a:spcBef>
                <a:spcPts val="0"/>
              </a:spcBef>
              <a:spcAft>
                <a:spcPts val="0"/>
              </a:spcAft>
              <a:defRPr dirty="0" lang="en-US" sz="1400">
                <a:solidFill>
                  <a:schemeClr val="tx1"/>
                </a:solidFill>
                <a:latin typeface="Averia Serif Libre"/>
              </a:defRPr>
            </a:pPr>
            <a:r>
              <a:rPr b="1" dirty="0" lang="en-US" sz="1400">
                <a:solidFill>
                  <a:schemeClr val="tx1"/>
                </a:solidFill>
                <a:latin typeface="Averia Serif Libre"/>
              </a:rPr>
              <a:t>Leveraged the Gemini 3.5 Flash API</a:t>
            </a:r>
            <a:r>
              <a:rPr dirty="0" lang="en-US" sz="1400">
                <a:solidFill>
                  <a:schemeClr val="tx1"/>
                </a:solidFill>
                <a:latin typeface="Averia Serif Libre"/>
              </a:rPr>
              <a:t> to perform direct, end-to-end processing of the full Punjabi audio narration file.</a:t>
            </a:r>
          </a:p>
          <a:p>
            <a:pPr algn="l" rtl="false">
              <a:lnSpc>
                <a:spcPct val="100000"/>
              </a:lnSpc>
              <a:spcBef>
                <a:spcPts val="0"/>
              </a:spcBef>
              <a:spcAft>
                <a:spcPts val="0"/>
              </a:spcAft>
              <a:defRPr dirty="0" lang="en-US" sz="1400">
                <a:solidFill>
                  <a:schemeClr val="tx1"/>
                </a:solidFill>
                <a:latin typeface="Averia Serif Libre"/>
              </a:defRPr>
            </a:pPr>
            <a:r>
              <a:rPr b="1" dirty="0" lang="en-US" sz="1400">
                <a:solidFill>
                  <a:schemeClr val="tx1"/>
                </a:solidFill>
                <a:latin typeface="Averia Serif Libre"/>
              </a:rPr>
              <a:t>Generated a clean and highly accurate transcript</a:t>
            </a:r>
            <a:r>
              <a:rPr dirty="0" lang="en-US" sz="1400">
                <a:solidFill>
                  <a:schemeClr val="tx1"/>
                </a:solidFill>
                <a:latin typeface="Averia Serif Libre"/>
              </a:rPr>
              <a:t> fully rendered in the native Gurmukhi script.</a:t>
            </a:r>
          </a:p>
          <a:p>
            <a:pPr algn="l" rtl="false">
              <a:lnSpc>
                <a:spcPct val="100000"/>
              </a:lnSpc>
              <a:spcBef>
                <a:spcPts val="0"/>
              </a:spcBef>
              <a:spcAft>
                <a:spcPts val="0"/>
              </a:spcAft>
              <a:defRPr dirty="0" lang="en-US" sz="1400">
                <a:solidFill>
                  <a:schemeClr val="tx1"/>
                </a:solidFill>
                <a:latin typeface="Averia Serif Libre"/>
              </a:defRPr>
            </a:pPr>
            <a:r>
              <a:rPr b="1" dirty="0" lang="en-US" sz="1400">
                <a:solidFill>
                  <a:schemeClr val="tx1"/>
                </a:solidFill>
                <a:latin typeface="Averia Serif Libre"/>
              </a:rPr>
              <a:t>Extracted complete organizational metadata</a:t>
            </a:r>
            <a:r>
              <a:rPr dirty="0" lang="en-US" sz="1400">
                <a:solidFill>
                  <a:schemeClr val="tx1"/>
                </a:solidFill>
                <a:latin typeface="Averia Serif Libre"/>
              </a:rPr>
              <a:t>, successfully capturing the event date (April 2, 2026), coordinator names, management roles, and precise location details (Village Madoli Khurd, District Rupnagar).</a:t>
            </a:r>
          </a:p>
          <a:p>
            <a:pPr algn="l" rtl="false">
              <a:lnSpc>
                <a:spcPct val="100000"/>
              </a:lnSpc>
              <a:spcBef>
                <a:spcPts val="0"/>
              </a:spcBef>
              <a:spcAft>
                <a:spcPts val="0"/>
              </a:spcAft>
              <a:defRPr dirty="0" lang="en-US" sz="1400">
                <a:solidFill>
                  <a:schemeClr val="tx1"/>
                </a:solidFill>
                <a:latin typeface="Averia Serif Libre"/>
              </a:defRPr>
            </a:pPr>
            <a:r>
              <a:rPr b="1" dirty="0" lang="en-US" sz="1400">
                <a:solidFill>
                  <a:schemeClr val="tx1"/>
                </a:solidFill>
                <a:latin typeface="Averia Serif Libre"/>
              </a:rPr>
              <a:t>Captured structured quantitative metrics</a:t>
            </a:r>
            <a:r>
              <a:rPr dirty="0" lang="en-US" sz="1400">
                <a:solidFill>
                  <a:schemeClr val="tx1"/>
                </a:solidFill>
                <a:latin typeface="Averia Serif Libre"/>
              </a:rPr>
              <a:t>, documenting exact event timings, total farmer attendance, and gender distribution.</a:t>
            </a:r>
          </a:p>
          <a:p>
            <a:pPr algn="l" rtl="false">
              <a:lnSpc>
                <a:spcPct val="100000"/>
              </a:lnSpc>
              <a:spcBef>
                <a:spcPts val="0"/>
              </a:spcBef>
              <a:spcAft>
                <a:spcPts val="0"/>
              </a:spcAft>
              <a:defRPr dirty="0" lang="en-US" sz="1400">
                <a:solidFill>
                  <a:schemeClr val="tx1"/>
                </a:solidFill>
                <a:latin typeface="Averia Serif Libre"/>
              </a:defRPr>
            </a:pPr>
            <a:r>
              <a:rPr b="1" dirty="0" lang="en-US" sz="1400">
                <a:solidFill>
                  <a:schemeClr val="tx1"/>
                </a:solidFill>
                <a:latin typeface="Averia Serif Libre"/>
              </a:rPr>
              <a:t>Logged precise individual farmer profiles</a:t>
            </a:r>
            <a:r>
              <a:rPr dirty="0" lang="en-US" sz="1400">
                <a:solidFill>
                  <a:schemeClr val="tx1"/>
                </a:solidFill>
                <a:latin typeface="Averia Serif Libre"/>
              </a:rPr>
              <a:t>, accurately capturing names, exact ages, contact numbers, phone types (smartphone vs. simple phone), land acreage in killas, and specific crop varieties including wheat, paddy, maize, mustard, and fodder.</a:t>
            </a:r>
            <a:endParaRPr dirty="0" lang="en-US" sz="1400">
              <a:solidFill>
                <a:schemeClr val="tx1"/>
              </a:solidFill>
              <a:latin typeface="Averia Serif Libre"/>
            </a:endParaRPr>
          </a:p>
        </p:txBody>
      </p:sp>
      <p:sp>
        <p:nvSpPr>
          <p:cNvPr id="4" name="Text Box 5">
            <a:extLst>
              <a:ext uri="{014EB87D-82BC-4D6D-8DDD-4E7A613C94D1}">
                <a16:creationId xmlns:a16="http://schemas.microsoft.com/office/drawing/2010/main" id="{45B91514-46A1-4024-89BB-9C354DACF0D6}"/>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Kali </a:t>
            </a:r>
            <a:r>
              <a:rPr dirty="0" err="1" lang="en-US"/>
              <a:t>Nangia</a:t>
            </a:r>
            <a:endParaRPr dirty="0" err="1" lang="en-US"/>
          </a:p>
        </p:txBody>
      </p:sp>
    </p:spTree>
    <p:extLst>
      <p:ext uri="{6E1DACCF-55D9-4DAC-B653-D54A17708EA0}">
        <p14:creationId xmlns:p14="http://schemas.microsoft.com/office/powerpoint/2010/main" val="1784042247819"/>
      </p:ext>
    </p:extLst>
  </p:cSld>
  <p:clrMapOvr>
    <a:masterClrMapping/>
  </p:clrMapOvr>
</p:sld>
</file>

<file path=ppt/slides/slide2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ext Box 3">
            <a:extLst>
              <a:ext uri="{F392262C-3EAB-41A5-B88B-D9E28364FFF6}">
                <a16:creationId xmlns:a16="http://schemas.microsoft.com/office/drawing/2010/main" id="{BCED8D73-1E79-45CD-AE40-7674D48A2AA9}"/>
              </a:ext>
            </a:extLst>
          </p:cNvPr>
          <p:cNvSpPr txBox="1"/>
          <p:nvPr/>
        </p:nvSpPr>
        <p:spPr>
          <a:xfrm flipH="false" flipV="false" rot="0">
            <a:off x="457009" y="110080"/>
            <a:ext cx="2965970" cy="399973"/>
          </a:xfrm>
          <a:prstGeom prst="rect">
            <a:avLst/>
          </a:prstGeom>
        </p:spPr>
        <p:txBody>
          <a:bodyPr anchor="t" bIns="47625" lIns="95250" rIns="95250" rtlCol="0" tIns="47625">
            <a:spAutoFit/>
          </a:bodyPr>
          <a:lstStyle/>
          <a:p>
            <a:pPr>
              <a:defRPr dirty="0" lang="en-US" sz="1400"/>
            </a:pPr>
            <a:r>
              <a:rPr b="0" dirty="0" lang="en-US" sz="2000">
                <a:latin typeface="Bree Serif"/>
              </a:rPr>
              <a:t>Using GEMINI APIs</a:t>
            </a:r>
            <a:endParaRPr b="0" dirty="0" lang="en-US" sz="2000">
              <a:latin typeface="Bree Serif"/>
            </a:endParaRPr>
          </a:p>
        </p:txBody>
      </p:sp>
      <p:pic>
        <p:nvPicPr>
          <p:cNvPr id="3" name="Image 2">
            <a:extLst>
              <a:ext uri="{38A14DBF-7821-47D7-B2D3-F4DD081F8B2A}">
                <a16:creationId xmlns:a16="http://schemas.microsoft.com/office/drawing/2010/main" id="{AFA301D6-95D6-4F98-B8A1-879F186979FD}"/>
              </a:ext>
            </a:extLst>
          </p:cNvPr>
          <p:cNvPicPr>
            <a:picLocks noChangeAspect="true"/>
          </p:cNvPicPr>
          <p:nvPr/>
        </p:nvPicPr>
        <p:blipFill>
          <a:blip r:embed="rId2"/>
          <a:stretch>
            <a:fillRect/>
          </a:stretch>
        </p:blipFill>
        <p:spPr>
          <a:xfrm flipH="false" flipV="false" rot="0">
            <a:off x="341556" y="877700"/>
            <a:ext cx="8301085" cy="3568531"/>
          </a:xfrm>
          <a:prstGeom prst="rect">
            <a:avLst/>
          </a:prstGeom>
          <a:noFill/>
        </p:spPr>
      </p:pic>
      <p:sp>
        <p:nvSpPr>
          <p:cNvPr id="4" name="Text Box 4">
            <a:extLst>
              <a:ext uri="{E999B50F-A94D-4A61-ACEE-FF42AF8D74B1}">
                <a16:creationId xmlns:a16="http://schemas.microsoft.com/office/drawing/2010/main" id="{2BEE6237-01CE-4FD1-958D-B322F54B90FF}"/>
              </a:ext>
            </a:extLst>
          </p:cNvPr>
          <p:cNvSpPr txBox="1"/>
          <p:nvPr/>
        </p:nvSpPr>
        <p:spPr>
          <a:xfrm flipH="false" flipV="false" rot="0">
            <a:off x="5934637" y="4621644"/>
            <a:ext cx="3209363" cy="521855"/>
          </a:xfrm>
          <a:prstGeom prst="rect">
            <a:avLst/>
          </a:prstGeom>
        </p:spPr>
        <p:txBody>
          <a:bodyPr anchor="t" bIns="47625" lIns="95250" rIns="95250" rtlCol="0" tIns="47625">
            <a:spAutoFit/>
          </a:bodyPr>
          <a:lstStyle/>
          <a:p>
            <a:pPr>
              <a:defRPr dirty="0" lang="en-US" sz="1400"/>
            </a:pPr>
            <a:r>
              <a:rPr dirty="0" lang="en-US"/>
              <a:t>By </a:t>
            </a:r>
          </a:p>
          <a:p>
            <a:pPr>
              <a:defRPr dirty="0" lang="en-US" sz="1400"/>
            </a:pPr>
            <a:r>
              <a:rPr dirty="0" err="1" lang="en-US"/>
              <a:t>Kali </a:t>
            </a:r>
            <a:r>
              <a:rPr dirty="0" err="1" lang="en-US"/>
              <a:t>Nangia</a:t>
            </a:r>
            <a:endParaRPr dirty="0" err="1" lang="en-US"/>
          </a:p>
        </p:txBody>
      </p:sp>
    </p:spTree>
    <p:extLst>
      <p:ext uri="{36869CE0-9316-4257-BAFE-3F22FC0D129E}">
        <p14:creationId xmlns:p14="http://schemas.microsoft.com/office/powerpoint/2010/main" val="1784042247820"/>
      </p:ext>
    </p:extLst>
  </p:cSld>
  <p:clrMapOvr>
    <a:masterClrMapping/>
  </p:clrMapOvr>
</p:sld>
</file>

<file path=ppt/tags/tag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fontWeight:1:0:0" val="2"/>
  <p:tag name="fontWeight:1:1:0" val="2"/>
  <p:tag name="fontWeight:1:4:0" val="2"/>
  <p:tag name="fontWeight:1:2:0" val="2"/>
  <p:tag name="fontWeight:1:3:0" val="2"/>
</p:tagLst>
</file>

<file path=ppt/tags/tag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threePicAndTx"/>
</p:tagLst>
</file>

<file path=ppt/tags/tag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fourPic"/>
</p:tagLst>
</file>

<file path=ppt/tags/tag4.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BORDER_QUOTE:1.0"/>
</p:tagLst>
</file>

<file path=ppt/tags/tag5.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1.0"/>
</p:tagLst>
</file>

<file path=ppt/tags/tag6.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1.0"/>
</p:tagLst>
</file>

<file path=ppt/tags/tag7.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presetShape" val="TWO_EDGED_FRAME:0.0,1.0"/>
</p:tagLst>
</file>

<file path=ppt/tags/tag8.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webfont3" val="Averia Serif Libre-light"/>
</p:tagLst>
</file>

<file path=ppt/theme/_rels/theme1.xml.rels><?xml version="1.0" encoding="UTF-8" standalone="no"?><Relationships xmlns="http://schemas.openxmlformats.org/package/2006/relationships"><Relationship Id="rId1" Target="../media/image1.jpeg" Type="http://schemas.openxmlformats.org/officeDocument/2006/relationships/image"/></Relationships>
</file>

<file path=ppt/theme/_rels/theme2.xml.rels><?xml version="1.0" encoding="UTF-8" standalone="no"?><Relationships xmlns="http://schemas.openxmlformats.org/package/2006/relationships"><Relationship Id="rId1" Target="../media/image1.jpeg" Type="http://schemas.openxmlformats.org/officeDocument/2006/relationships/image"/></Relationships>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Flora">
  <a:themeElements>
    <a:clrScheme name="Flora">
      <a:dk1>
        <a:srgbClr val="000000"/>
      </a:dk1>
      <a:lt1>
        <a:srgbClr val="ffffff"/>
      </a:lt1>
      <a:dk2>
        <a:srgbClr val="00231e"/>
      </a:dk2>
      <a:lt2>
        <a:srgbClr val="ebf2ea"/>
      </a:lt2>
      <a:accent1>
        <a:srgbClr val="007a4e"/>
      </a:accent1>
      <a:accent2>
        <a:srgbClr val="34a853"/>
      </a:accent2>
      <a:accent3>
        <a:srgbClr val="a6d77e"/>
      </a:accent3>
      <a:accent4>
        <a:srgbClr val="a3b65d"/>
      </a:accent4>
      <a:accent5>
        <a:srgbClr val="81a343"/>
      </a:accent5>
      <a:accent6>
        <a:srgbClr val="6a7109"/>
      </a:accent6>
      <a:hlink>
        <a:srgbClr val="01ae94"/>
      </a:hlink>
      <a:folHlink>
        <a:srgbClr val="146b23"/>
      </a:folHlink>
    </a:clrScheme>
    <a:fontScheme name="Flora">
      <a:majorFont>
        <a:latin typeface="Averia Serif Libre"/>
        <a:ea typeface=""/>
        <a:cs typeface=""/>
      </a:majorFont>
      <a:minorFont>
        <a:latin typeface="Averia Serif Libre"/>
        <a:ea typeface=""/>
        <a:cs typeface=""/>
      </a:minorFont>
    </a:fontScheme>
    <a:fmtScheme name="Flo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Flora">
  <a:themeElements>
    <a:clrScheme name="Flora">
      <a:dk1>
        <a:srgbClr val="000000"/>
      </a:dk1>
      <a:lt1>
        <a:srgbClr val="ffffff"/>
      </a:lt1>
      <a:dk2>
        <a:srgbClr val="00231e"/>
      </a:dk2>
      <a:lt2>
        <a:srgbClr val="ebf2ea"/>
      </a:lt2>
      <a:accent1>
        <a:srgbClr val="007a4e"/>
      </a:accent1>
      <a:accent2>
        <a:srgbClr val="34a853"/>
      </a:accent2>
      <a:accent3>
        <a:srgbClr val="a6d77e"/>
      </a:accent3>
      <a:accent4>
        <a:srgbClr val="a3b65d"/>
      </a:accent4>
      <a:accent5>
        <a:srgbClr val="81a343"/>
      </a:accent5>
      <a:accent6>
        <a:srgbClr val="6a7109"/>
      </a:accent6>
      <a:hlink>
        <a:srgbClr val="01ae94"/>
      </a:hlink>
      <a:folHlink>
        <a:srgbClr val="146b23"/>
      </a:folHlink>
    </a:clrScheme>
    <a:fontScheme name="Flora">
      <a:majorFont>
        <a:latin typeface="Averia Serif Libre"/>
        <a:ea typeface=""/>
        <a:cs typeface=""/>
      </a:majorFont>
      <a:minorFont>
        <a:latin typeface="Averia Serif Libre"/>
        <a:ea typeface=""/>
        <a:cs typeface=""/>
      </a:minorFont>
    </a:fontScheme>
    <a:fmtScheme name="Flo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2026-06-13T11:13:31Z</dcterms:created>
  <dcterms:modified xsi:type="dcterms:W3CDTF">2026-07-14T20:46:47Z</dcterms:modified>
</cp:coreProperties>
</file>